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ppt/slides/slide49.xml" ContentType="application/vnd.openxmlformats-officedocument.presentationml.slide+xml"/>
  <Override PartName="/ppt/slides/slide48.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_rels/slide56.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49.xml.rels" ContentType="application/vnd.openxmlformats-package.relationships+xml"/>
  <Override PartName="/ppt/slides/_rels/slide48.xml.rels" ContentType="application/vnd.openxmlformats-package.relationships+xml"/>
  <Override PartName="/ppt/slides/_rels/slide21.xml.rels" ContentType="application/vnd.openxmlformats-package.relationships+xml"/>
  <Override PartName="/ppt/slides/_rels/slide32.xml.rels" ContentType="application/vnd.openxmlformats-package.relationships+xml"/>
  <Override PartName="/ppt/slides/_rels/slide20.xml.rels" ContentType="application/vnd.openxmlformats-package.relationships+xml"/>
  <Override PartName="/ppt/slides/_rels/slide31.xml.rels" ContentType="application/vnd.openxmlformats-package.relationships+xml"/>
  <Override PartName="/ppt/slides/_rels/slide16.xml.rels" ContentType="application/vnd.openxmlformats-package.relationships+xml"/>
  <Override PartName="/ppt/slides/_rels/slide23.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22.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5.xml.rels" ContentType="application/vnd.openxmlformats-package.relationships+xml"/>
  <Override PartName="/ppt/slides/_rels/slide27.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4.xml.rels" ContentType="application/vnd.openxmlformats-package.relationships+xml"/>
  <Override PartName="/ppt/slides/_rels/slide51.xml.rels" ContentType="application/vnd.openxmlformats-package.relationships+xml"/>
  <Override PartName="/ppt/slides/_rels/slide6.xml.rels" ContentType="application/vnd.openxmlformats-package.relationships+xml"/>
  <Override PartName="/ppt/slides/_rels/slide28.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2.xml.rels" ContentType="application/vnd.openxmlformats-package.relationships+xml"/>
  <Override PartName="/ppt/slides/_rels/slide24.xml.rels" ContentType="application/vnd.openxmlformats-package.relationships+xml"/>
  <Override PartName="/ppt/slides/_rels/slide17.xml.rels" ContentType="application/vnd.openxmlformats-package.relationships+xml"/>
  <Override PartName="/ppt/slides/_rels/slide29.xml.rels" ContentType="application/vnd.openxmlformats-package.relationships+xml"/>
  <Override PartName="/ppt/slides/_rels/slide10.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30.xml.rels" ContentType="application/vnd.openxmlformats-package.relationships+xml"/>
  <Override PartName="/ppt/slides/_rels/slide33.xml.rels" ContentType="application/vnd.openxmlformats-package.relationships+xml"/>
  <Override PartName="/ppt/slides/_rels/slide44.xml.rels" ContentType="application/vnd.openxmlformats-package.relationships+xml"/>
  <Override PartName="/ppt/slides/_rels/slide34.xml.rels" ContentType="application/vnd.openxmlformats-package.relationships+xml"/>
  <Override PartName="/ppt/slides/_rels/slide45.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slide53.xml" ContentType="application/vnd.openxmlformats-officedocument.presentationml.slide+xml"/>
  <Override PartName="/ppt/slides/slide5.xml" ContentType="application/vnd.openxmlformats-officedocument.presentationml.slide+xml"/>
  <Override PartName="/ppt/slides/slide27.xml" ContentType="application/vnd.openxmlformats-officedocument.presentationml.slide+xml"/>
  <Override PartName="/ppt/slides/slide52.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slides/slide51.xml" ContentType="application/vnd.openxmlformats-officedocument.presentationml.slide+xml"/>
  <Override PartName="/ppt/slides/slide3.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10.xml" ContentType="application/vnd.openxmlformats-officedocument.presentationml.slide+xml"/>
  <Override PartName="/ppt/slides/slide56.xml" ContentType="application/vnd.openxmlformats-officedocument.presentationml.slide+xml"/>
  <Override PartName="/ppt/slides/slide8.xml" ContentType="application/vnd.openxmlformats-officedocument.presentationml.slide+xml"/>
  <Override PartName="/ppt/slides/slide50.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28.xml" ContentType="application/vnd.openxmlformats-officedocument.presentationml.slide+xml"/>
  <Override PartName="/ppt/slides/slide21.xml" ContentType="application/vnd.openxmlformats-officedocument.presentationml.slide+xml"/>
  <Override PartName="/ppt/slides/slide55.xml" ContentType="application/vnd.openxmlformats-officedocument.presentationml.slide+xml"/>
  <Override PartName="/ppt/slides/slide7.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entation.xml" ContentType="application/vnd.openxmlformats-officedocument.presentationml.presentation.main+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31.png" ContentType="image/png"/>
  <Override PartName="/ppt/media/image30.png" ContentType="image/png"/>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9.png" ContentType="image/png"/>
  <Override PartName="/ppt/media/image10.png" ContentType="image/png"/>
  <Override PartName="/ppt/media/image7.png" ContentType="image/png"/>
  <Override PartName="/ppt/media/image22.png" ContentType="image/png"/>
  <Override PartName="/ppt/media/image11.png" ContentType="image/png"/>
  <Override PartName="/ppt/media/image1.jpeg" ContentType="image/jpeg"/>
  <Override PartName="/ppt/media/image8.png" ContentType="image/png"/>
  <Override PartName="/ppt/media/image23.png" ContentType="image/png"/>
  <Override PartName="/ppt/media/image4.wmf" ContentType="image/x-wmf"/>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2.wmf" ContentType="image/x-wmf"/>
  <Override PartName="/ppt/media/image18.png" ContentType="image/png"/>
  <Override PartName="/ppt/media/image3.wmf" ContentType="image/x-wmf"/>
  <Override PartName="/ppt/media/image19.png" ContentType="image/png"/>
  <Override PartName="/ppt/media/image5.png" ContentType="image/png"/>
  <Override PartName="/ppt/media/image20.png" ContentType="image/png"/>
  <Override PartName="/ppt/media/image6.png" ContentType="image/png"/>
  <Override PartName="/ppt/media/image21.png" ContentType="image/png"/>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12.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18.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7.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15.xml.rels" ContentType="application/vnd.openxmlformats-package.relationships+xml"/>
  <Override PartName="/ppt/slideLayouts/_rels/slideLayout23.xml.rels" ContentType="application/vnd.openxmlformats-package.relationships+xml"/>
  <Override PartName="/ppt/slideLayouts/_rels/slideLayout16.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32.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_rels/item3.xml.rels" ContentType="application/vnd.openxmlformats-package.relationships+xml"/>
  <Override PartName="/customXml/_rels/item1.xml.rels" ContentType="application/vnd.openxmlformats-package.relationships+xml"/>
  <Override PartName="/customXml/_rels/item2.xml.rels" ContentType="application/vnd.openxmlformats-package.relationships+xml"/>
  <Override PartName="/customXml/itemProps1.xml" ContentType="application/vnd.openxmlformats-officedocument.customXmlProperties+xml"/>
  <Override PartName="/customXml/itemProps3.xml" ContentType="application/vnd.openxmlformats-officedocument.customXmlProperties+xml"/>
  <Override PartName="/customXml/item2.xml" ContentType="application/xml"/>
  <Override PartName="/customXml/item1.xml" ContentType="application/xml"/>
  <Override PartName="/customXml/itemProps2.xml" ContentType="application/vnd.openxmlformats-officedocument.customXmlProperties+xml"/>
  <Override PartName="/customXml/item3.xml" ContentType="application/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x="12192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9"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3"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4"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5"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9"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3"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5"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6"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30"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1"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3"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4"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6"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7"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8"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3"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7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7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2"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4"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7"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9"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9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2"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93"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9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9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97"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99"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00"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1"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03"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04"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06"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0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8"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09"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11"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12"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13"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14"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15"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16"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wmf"/><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wmf"/><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fillRect/>
          </a:stretch>
        </a:blipFill>
      </p:bgPr>
    </p:bg>
    <p:spTree>
      <p:nvGrpSpPr>
        <p:cNvPr id="1" name=""/>
        <p:cNvGrpSpPr/>
        <p:nvPr/>
      </p:nvGrpSpPr>
      <p:grpSpPr>
        <a:xfrm>
          <a:off x="0" y="0"/>
          <a:ext cx="0" cy="0"/>
          <a:chOff x="0" y="0"/>
          <a:chExt cx="0" cy="0"/>
        </a:xfrm>
      </p:grpSpPr>
      <p:pic>
        <p:nvPicPr>
          <p:cNvPr id="0" name="Picture 8" descr=""/>
          <p:cNvPicPr/>
          <p:nvPr/>
        </p:nvPicPr>
        <p:blipFill>
          <a:blip r:embed="rId3"/>
          <a:stretch/>
        </p:blipFill>
        <p:spPr>
          <a:xfrm>
            <a:off x="9959040" y="5906880"/>
            <a:ext cx="1546200" cy="264600"/>
          </a:xfrm>
          <a:prstGeom prst="rect">
            <a:avLst/>
          </a:prstGeom>
          <a:ln>
            <a:noFill/>
          </a:ln>
        </p:spPr>
      </p:pic>
      <p:sp>
        <p:nvSpPr>
          <p:cNvPr id="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9" name="Picture 6" descr=""/>
          <p:cNvPicPr/>
          <p:nvPr/>
        </p:nvPicPr>
        <p:blipFill>
          <a:blip r:embed="rId2"/>
          <a:stretch/>
        </p:blipFill>
        <p:spPr>
          <a:xfrm>
            <a:off x="9959040" y="5906880"/>
            <a:ext cx="1546200" cy="264600"/>
          </a:xfrm>
          <a:prstGeom prst="rect">
            <a:avLst/>
          </a:prstGeom>
          <a:ln>
            <a:noFill/>
          </a:ln>
        </p:spPr>
      </p:pic>
      <p:sp>
        <p:nvSpPr>
          <p:cNvPr id="4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4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8" name="Picture 8" descr=""/>
          <p:cNvPicPr/>
          <p:nvPr/>
        </p:nvPicPr>
        <p:blipFill>
          <a:blip r:embed="rId2"/>
          <a:stretch/>
        </p:blipFill>
        <p:spPr>
          <a:xfrm>
            <a:off x="9959040" y="5906880"/>
            <a:ext cx="1546200" cy="264600"/>
          </a:xfrm>
          <a:prstGeom prst="rect">
            <a:avLst/>
          </a:prstGeom>
          <a:ln>
            <a:noFill/>
          </a:ln>
        </p:spPr>
      </p:pic>
      <p:sp>
        <p:nvSpPr>
          <p:cNvPr id="7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80"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5.xml.rels><?xml version="1.0" encoding="UTF-8"?>
<Relationships xmlns="http://schemas.openxmlformats.org/package/2006/relationships"><Relationship Id="rId1" Type="http://schemas.openxmlformats.org/officeDocument/2006/relationships/hyperlink" Target="https://developer.mozilla.org/en-US/docs/Web/JavaScript/Guide/Details_of_the_Object_Model" TargetMode="External"/><Relationship Id="rId2" Type="http://schemas.openxmlformats.org/officeDocument/2006/relationships/hyperlink" Target="https://medium.com/@akash.mihul/understanding-inheritance-and-prototype-chain-in-javascript-75d0086fd90f" TargetMode="External"/><Relationship Id="rId3" Type="http://schemas.openxmlformats.org/officeDocument/2006/relationships/hyperlink" Target="http://www.ques10.com/p/29073/explain-built-in-objects-of-javascript/" TargetMode="External"/><Relationship Id="rId4" Type="http://schemas.openxmlformats.org/officeDocument/2006/relationships/hyperlink" Target="https://www.tutorialride.com/javascript/javascript-built-in-objects.htm" TargetMode="External"/><Relationship Id="rId5" Type="http://schemas.openxmlformats.org/officeDocument/2006/relationships/slideLayout" Target="../slideLayouts/slideLayout2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CustomShape 1"/>
          <p:cNvSpPr/>
          <p:nvPr/>
        </p:nvSpPr>
        <p:spPr>
          <a:xfrm>
            <a:off x="685800" y="1308240"/>
            <a:ext cx="6108480" cy="1351080"/>
          </a:xfrm>
          <a:prstGeom prst="rect">
            <a:avLst/>
          </a:prstGeom>
          <a:noFill/>
          <a:ln>
            <a:noFill/>
          </a:ln>
        </p:spPr>
        <p:style>
          <a:lnRef idx="0"/>
          <a:fillRef idx="0"/>
          <a:effectRef idx="0"/>
          <a:fontRef idx="minor"/>
        </p:style>
        <p:txBody>
          <a:bodyPr lIns="90000" rIns="90000" tIns="45000" bIns="45000">
            <a:noAutofit/>
          </a:bodyPr>
          <a:p>
            <a:pPr>
              <a:lnSpc>
                <a:spcPts val="11001"/>
              </a:lnSpc>
            </a:pPr>
            <a:r>
              <a:rPr b="0" lang="en-US" sz="20000" spc="-1" strike="noStrike">
                <a:solidFill>
                  <a:srgbClr val="ffffff"/>
                </a:solidFill>
                <a:latin typeface="Proxima Nova Black"/>
              </a:rPr>
              <a:t>OOP</a:t>
            </a:r>
            <a:endParaRPr b="0" lang="en-US" sz="20000" spc="-1" strike="noStrike">
              <a:latin typeface="Arial"/>
            </a:endParaRPr>
          </a:p>
        </p:txBody>
      </p:sp>
      <p:sp>
        <p:nvSpPr>
          <p:cNvPr id="118" name="CustomShape 2"/>
          <p:cNvSpPr/>
          <p:nvPr/>
        </p:nvSpPr>
        <p:spPr>
          <a:xfrm>
            <a:off x="685800" y="5915160"/>
            <a:ext cx="3466440" cy="29448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ffffff"/>
                </a:solidFill>
                <a:latin typeface="Open Sans"/>
                <a:ea typeface="Open Sans"/>
              </a:rPr>
              <a:t>by Vitaliy Tkachuk</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CustomShape 1"/>
          <p:cNvSpPr/>
          <p:nvPr/>
        </p:nvSpPr>
        <p:spPr>
          <a:xfrm>
            <a:off x="685800" y="685800"/>
            <a:ext cx="10819800" cy="171396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000000"/>
                </a:solidFill>
                <a:latin typeface="Proxima Nova Black"/>
              </a:rPr>
              <a:t>AGENDA</a:t>
            </a:r>
            <a:endParaRPr b="0" lang="en-US" sz="12500" spc="-1" strike="noStrike">
              <a:latin typeface="Arial"/>
            </a:endParaRPr>
          </a:p>
        </p:txBody>
      </p:sp>
      <p:sp>
        <p:nvSpPr>
          <p:cNvPr id="120" name="CustomShape 2"/>
          <p:cNvSpPr/>
          <p:nvPr/>
        </p:nvSpPr>
        <p:spPr>
          <a:xfrm>
            <a:off x="685800" y="2400480"/>
            <a:ext cx="4574520" cy="2568600"/>
          </a:xfrm>
          <a:prstGeom prst="rect">
            <a:avLst/>
          </a:prstGeom>
          <a:noFill/>
          <a:ln>
            <a:noFill/>
          </a:ln>
        </p:spPr>
        <p:style>
          <a:lnRef idx="0"/>
          <a:fillRef idx="0"/>
          <a:effectRef idx="0"/>
          <a:fontRef idx="minor"/>
        </p:style>
        <p:txBody>
          <a:bodyPr lIns="0" rIns="90000" tIns="45000" bIns="45000">
            <a:noAutofit/>
          </a:bodyPr>
          <a:p>
            <a:pPr marL="343080" indent="-342360">
              <a:lnSpc>
                <a:spcPct val="90000"/>
              </a:lnSpc>
              <a:spcBef>
                <a:spcPts val="1001"/>
              </a:spcBef>
              <a:buClr>
                <a:srgbClr val="000000"/>
              </a:buClr>
              <a:buFont typeface="Arial"/>
              <a:buChar char="•"/>
            </a:pPr>
            <a:r>
              <a:rPr b="0" lang="en-US" sz="2000" spc="-1" strike="noStrike">
                <a:solidFill>
                  <a:srgbClr val="000000"/>
                </a:solidFill>
                <a:latin typeface="Open Sans"/>
                <a:ea typeface="Open Sans"/>
              </a:rPr>
              <a:t>Object model</a:t>
            </a:r>
            <a:endParaRPr b="0" lang="en-US" sz="2000" spc="-1" strike="noStrike">
              <a:latin typeface="Arial"/>
            </a:endParaRPr>
          </a:p>
          <a:p>
            <a:pPr marL="343080" indent="-342360">
              <a:lnSpc>
                <a:spcPct val="90000"/>
              </a:lnSpc>
              <a:spcBef>
                <a:spcPts val="1001"/>
              </a:spcBef>
              <a:buClr>
                <a:srgbClr val="000000"/>
              </a:buClr>
              <a:buFont typeface="Arial"/>
              <a:buChar char="•"/>
            </a:pPr>
            <a:r>
              <a:rPr b="0" lang="en-US" sz="2000" spc="-1" strike="noStrike">
                <a:solidFill>
                  <a:srgbClr val="000000"/>
                </a:solidFill>
                <a:latin typeface="Open Sans"/>
                <a:ea typeface="Open Sans"/>
              </a:rPr>
              <a:t>Constructing objects</a:t>
            </a:r>
            <a:endParaRPr b="0" lang="en-US" sz="2000" spc="-1" strike="noStrike">
              <a:latin typeface="Arial"/>
            </a:endParaRPr>
          </a:p>
          <a:p>
            <a:pPr marL="343080" indent="-342360">
              <a:lnSpc>
                <a:spcPct val="90000"/>
              </a:lnSpc>
              <a:spcBef>
                <a:spcPts val="1001"/>
              </a:spcBef>
              <a:buClr>
                <a:srgbClr val="000000"/>
              </a:buClr>
              <a:buFont typeface="Arial"/>
              <a:buChar char="•"/>
            </a:pPr>
            <a:r>
              <a:rPr b="0" lang="en-US" sz="2000" spc="-1" strike="noStrike">
                <a:solidFill>
                  <a:srgbClr val="000000"/>
                </a:solidFill>
                <a:latin typeface="Open Sans"/>
                <a:ea typeface="Open Sans"/>
              </a:rPr>
              <a:t>Inheritance and prototype chain</a:t>
            </a:r>
            <a:endParaRPr b="0" lang="en-US" sz="2000" spc="-1" strike="noStrike">
              <a:latin typeface="Arial"/>
            </a:endParaRPr>
          </a:p>
          <a:p>
            <a:pPr marL="343080" indent="-342360">
              <a:lnSpc>
                <a:spcPct val="90000"/>
              </a:lnSpc>
              <a:spcBef>
                <a:spcPts val="1001"/>
              </a:spcBef>
              <a:buClr>
                <a:srgbClr val="000000"/>
              </a:buClr>
              <a:buFont typeface="Arial"/>
              <a:buChar char="•"/>
            </a:pPr>
            <a:r>
              <a:rPr b="0" lang="en-US" sz="2000" spc="-1" strike="noStrike">
                <a:solidFill>
                  <a:srgbClr val="000000"/>
                </a:solidFill>
                <a:latin typeface="Open Sans"/>
                <a:ea typeface="Open Sans"/>
              </a:rPr>
              <a:t>This keyword</a:t>
            </a:r>
            <a:endParaRPr b="0" lang="en-US" sz="2000" spc="-1" strike="noStrike">
              <a:latin typeface="Arial"/>
            </a:endParaRPr>
          </a:p>
          <a:p>
            <a:pPr marL="343080" indent="-342360">
              <a:lnSpc>
                <a:spcPct val="90000"/>
              </a:lnSpc>
              <a:spcBef>
                <a:spcPts val="1001"/>
              </a:spcBef>
              <a:buClr>
                <a:srgbClr val="000000"/>
              </a:buClr>
              <a:buFont typeface="Arial"/>
              <a:buChar char="•"/>
            </a:pPr>
            <a:r>
              <a:rPr b="0" lang="en-US" sz="2000" spc="-1" strike="noStrike">
                <a:solidFill>
                  <a:srgbClr val="000000"/>
                </a:solidFill>
                <a:latin typeface="Open Sans"/>
                <a:ea typeface="Open Sans"/>
              </a:rPr>
              <a:t>Object methods</a:t>
            </a:r>
            <a:endParaRPr b="0" lang="en-US" sz="2000" spc="-1" strike="noStrike">
              <a:latin typeface="Arial"/>
            </a:endParaRPr>
          </a:p>
          <a:p>
            <a:pPr marL="343080" indent="-342360">
              <a:lnSpc>
                <a:spcPct val="90000"/>
              </a:lnSpc>
              <a:spcBef>
                <a:spcPts val="1001"/>
              </a:spcBef>
              <a:buClr>
                <a:srgbClr val="000000"/>
              </a:buClr>
              <a:buFont typeface="Arial"/>
              <a:buChar char="•"/>
            </a:pPr>
            <a:r>
              <a:rPr b="0" lang="en-US" sz="2000" spc="-1" strike="noStrike">
                <a:solidFill>
                  <a:srgbClr val="000000"/>
                </a:solidFill>
                <a:latin typeface="Open Sans"/>
                <a:ea typeface="Open Sans"/>
              </a:rPr>
              <a:t>Built-in objects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Object Model</a:t>
            </a:r>
            <a:endParaRPr b="0" lang="en-US" sz="125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CustomShape 1"/>
          <p:cNvSpPr/>
          <p:nvPr/>
        </p:nvSpPr>
        <p:spPr>
          <a:xfrm>
            <a:off x="594720" y="914400"/>
            <a:ext cx="9280440" cy="380916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000000"/>
                </a:solidFill>
                <a:latin typeface="Open Sans"/>
                <a:ea typeface="Open Sans"/>
              </a:rPr>
              <a:t>JavaScript is an object-based language based on prototypes, rather than being class-based. Because of this different basis, it can be less apparent how JavaScript allows you to create hierarchies of objects and to have inheritance of properties and their values.</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2000" spc="-1" strike="noStrike">
                <a:solidFill>
                  <a:srgbClr val="000000"/>
                </a:solidFill>
                <a:latin typeface="Open Sans"/>
                <a:ea typeface="Open Sans"/>
              </a:rPr>
              <a:t>Lets try to clarify the situation…</a:t>
            </a:r>
            <a:endParaRPr b="0" lang="en-US" sz="2000" spc="-1" strike="noStrike">
              <a:latin typeface="Arial"/>
            </a:endParaRPr>
          </a:p>
        </p:txBody>
      </p:sp>
      <p:sp>
        <p:nvSpPr>
          <p:cNvPr id="123" name="CustomShape 2"/>
          <p:cNvSpPr/>
          <p:nvPr/>
        </p:nvSpPr>
        <p:spPr>
          <a:xfrm>
            <a:off x="685800" y="0"/>
            <a:ext cx="10819800" cy="1713960"/>
          </a:xfrm>
          <a:prstGeom prst="rect">
            <a:avLst/>
          </a:prstGeom>
          <a:no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CustomShape 1"/>
          <p:cNvSpPr/>
          <p:nvPr/>
        </p:nvSpPr>
        <p:spPr>
          <a:xfrm>
            <a:off x="548640" y="1676880"/>
            <a:ext cx="11063880" cy="380916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000000"/>
                </a:solidFill>
                <a:latin typeface="Open Sans"/>
                <a:ea typeface="Open Sans"/>
              </a:rPr>
              <a:t>Class-based object-oriented languages, such as Java and C++, are founded on the concept of two distinct entities: classes and instances.</a:t>
            </a:r>
            <a:endParaRPr b="0" lang="en-US" sz="2000" spc="-1" strike="noStrike">
              <a:latin typeface="Arial"/>
            </a:endParaRPr>
          </a:p>
          <a:p>
            <a:pPr>
              <a:lnSpc>
                <a:spcPct val="90000"/>
              </a:lnSpc>
              <a:spcBef>
                <a:spcPts val="1001"/>
              </a:spcBef>
            </a:pPr>
            <a:endParaRPr b="0" lang="en-US" sz="2000" spc="-1" strike="noStrike">
              <a:latin typeface="Arial"/>
            </a:endParaRPr>
          </a:p>
          <a:p>
            <a:pPr marL="216000" indent="-215640">
              <a:lnSpc>
                <a:spcPct val="90000"/>
              </a:lnSpc>
              <a:spcBef>
                <a:spcPts val="1001"/>
              </a:spcBef>
              <a:buClr>
                <a:srgbClr val="000000"/>
              </a:buClr>
              <a:buSzPct val="45000"/>
              <a:buFont typeface="Wingdings" charset="2"/>
              <a:buChar char=""/>
            </a:pPr>
            <a:r>
              <a:rPr b="0" lang="en-US" sz="2000" spc="-1" strike="noStrike">
                <a:solidFill>
                  <a:srgbClr val="000000"/>
                </a:solidFill>
                <a:latin typeface="Open Sans"/>
                <a:ea typeface="Open Sans"/>
              </a:rPr>
              <a:t>A class defines all of the properties that characterize a certain set of objects (considering methods and fields in Java, or members in C++, to be properties). A class is abstract rather than any particular member in a set of objects it describes. For example, the Employee class could represent the set of all employees.</a:t>
            </a:r>
            <a:endParaRPr b="0" lang="en-US" sz="2000" spc="-1" strike="noStrike">
              <a:latin typeface="Arial"/>
            </a:endParaRPr>
          </a:p>
          <a:p>
            <a:pPr marL="216000" indent="-215640">
              <a:lnSpc>
                <a:spcPct val="90000"/>
              </a:lnSpc>
              <a:spcBef>
                <a:spcPts val="1001"/>
              </a:spcBef>
              <a:buClr>
                <a:srgbClr val="000000"/>
              </a:buClr>
              <a:buSzPct val="45000"/>
              <a:buFont typeface="Wingdings" charset="2"/>
              <a:buChar char=""/>
            </a:pPr>
            <a:r>
              <a:rPr b="0" lang="en-US" sz="2000" spc="-1" strike="noStrike">
                <a:solidFill>
                  <a:srgbClr val="000000"/>
                </a:solidFill>
                <a:latin typeface="Open Sans"/>
                <a:ea typeface="Open Sans"/>
              </a:rPr>
              <a:t>An instance, on the other hand, is the instantiation of a class; that is, one of its members. For example, Victoria could be an instance of the Employee class, representing a particular individual as an employee. An instance has exactly the same properties of its parent class (no more, no less).</a:t>
            </a:r>
            <a:endParaRPr b="0" lang="en-US" sz="2000" spc="-1" strike="noStrike">
              <a:latin typeface="Arial"/>
            </a:endParaRPr>
          </a:p>
        </p:txBody>
      </p:sp>
      <p:sp>
        <p:nvSpPr>
          <p:cNvPr id="125" name="CustomShape 2"/>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4400" spc="-1" strike="noStrike">
                <a:solidFill>
                  <a:srgbClr val="000000"/>
                </a:solidFill>
                <a:latin typeface="Proxima Nova Black"/>
                <a:ea typeface="DejaVu Sans"/>
              </a:rPr>
              <a:t>Class-based vs. prototype-based languages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CustomShape 1"/>
          <p:cNvSpPr/>
          <p:nvPr/>
        </p:nvSpPr>
        <p:spPr>
          <a:xfrm>
            <a:off x="548640" y="1676880"/>
            <a:ext cx="11063880" cy="380916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000000"/>
                </a:solidFill>
                <a:latin typeface="Open Sans"/>
                <a:ea typeface="Open Sans"/>
              </a:rPr>
              <a:t>A prototype-based language, such as JavaScript, does not make this distinction: it simply has objects. A prototype-based language has the notion of a prototypical object, an object used as a template from which to get the initial properties for a new object. Any object can specify its own properties, either when you create it or at run time. In addition, any object can be associated as the prototype for another object, allowing the second object to share the first object's properties.</a:t>
            </a:r>
            <a:endParaRPr b="0" lang="en-US" sz="2000" spc="-1" strike="noStrike">
              <a:latin typeface="Arial"/>
            </a:endParaRPr>
          </a:p>
        </p:txBody>
      </p:sp>
      <p:sp>
        <p:nvSpPr>
          <p:cNvPr id="127" name="CustomShape 2"/>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4400" spc="-1" strike="noStrike">
                <a:solidFill>
                  <a:srgbClr val="000000"/>
                </a:solidFill>
                <a:latin typeface="Proxima Nova Black"/>
                <a:ea typeface="DejaVu Sans"/>
              </a:rPr>
              <a:t>Class-based vs. prototype-based languages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CustomShape 1"/>
          <p:cNvSpPr/>
          <p:nvPr/>
        </p:nvSpPr>
        <p:spPr>
          <a:xfrm>
            <a:off x="548640" y="853920"/>
            <a:ext cx="11063880" cy="380916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000000"/>
                </a:solidFill>
                <a:latin typeface="Open Sans"/>
                <a:ea typeface="Open Sans"/>
              </a:rPr>
              <a:t>In class-based languages, you define a class in a separate class definition. In that definition you can specify special methods, called constructors, to create instances of the class. A constructor method can specify initial values for the instance's properties and perform other processing appropriate at creation time. You use the new operator in association with the constructor method to create class instances.</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2000" spc="-1" strike="noStrike">
                <a:solidFill>
                  <a:srgbClr val="000000"/>
                </a:solidFill>
                <a:latin typeface="Open Sans"/>
                <a:ea typeface="Open Sans"/>
              </a:rPr>
              <a:t>JavaScript follows a similar model, but does not have a class definition separate from the constructor. Instead, you define a constructor function to create objects with a particular initial set of properties and values. Any JavaScript function can be used as a constructor. You use the new operator with a constructor function to create a new object.</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2000" spc="-1" strike="noStrike">
                <a:solidFill>
                  <a:srgbClr val="000000"/>
                </a:solidFill>
                <a:latin typeface="Open Sans"/>
                <a:ea typeface="Open Sans"/>
              </a:rPr>
              <a:t>JavaScript classes, introduced in ECMAScript 2015, are primarily syntactical sugar over JavaScript's existing prototype-based inheritance. The class syntax does not introduce a new object-oriented inheritance model to JavaScript.</a:t>
            </a:r>
            <a:endParaRPr b="0" lang="en-US" sz="2000" spc="-1" strike="noStrike">
              <a:latin typeface="Arial"/>
            </a:endParaRPr>
          </a:p>
        </p:txBody>
      </p:sp>
      <p:sp>
        <p:nvSpPr>
          <p:cNvPr id="129" name="CustomShape 2"/>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4400" spc="-1" strike="noStrike">
                <a:solidFill>
                  <a:srgbClr val="000000"/>
                </a:solidFill>
                <a:latin typeface="Proxima Nova Black"/>
                <a:ea typeface="DejaVu Sans"/>
              </a:rPr>
              <a:t>Defining a class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CustomShape 1"/>
          <p:cNvSpPr/>
          <p:nvPr/>
        </p:nvSpPr>
        <p:spPr>
          <a:xfrm>
            <a:off x="548640" y="853920"/>
            <a:ext cx="11063880" cy="380916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000000"/>
                </a:solidFill>
                <a:latin typeface="Open Sans"/>
                <a:ea typeface="Open Sans"/>
              </a:rPr>
              <a:t>In a class-based language, you create a hierarchy of classes through the class definitions. In a class definition, you can specify that the new class is a subclass of an already existing class. The subclass inherits all the properties of the superclass and additionally can add new properties or modify the inherited ones. For example, assume the Employee class includes only the name and dept properties, and Manager is a subclass of Employee that adds the reports property. In this case, an instance of the Manager class would have all three properties: name, dept, and reports.</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2000" spc="-1" strike="noStrike">
                <a:solidFill>
                  <a:srgbClr val="000000"/>
                </a:solidFill>
                <a:latin typeface="Open Sans"/>
                <a:ea typeface="Open Sans"/>
              </a:rPr>
              <a:t>JavaScript implements inheritance by allowing you to associate a prototypical object with any constructor function. So, you can create exactly the Employee — Manager example, but you use slightly different terminology. First you define the Employee constructor function, specifying the name and dept properties. Next, you define the Manager constructor function, calling the Employee constructor and specifying the reports property. Finally, you assign a new object derived from Employee.prototype as the prototype for the Manager constructor function. Then, when you create a new Manager, it inherits the name and dept properties from the Employee object.</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endParaRPr b="0" lang="en-US" sz="2000" spc="-1" strike="noStrike">
              <a:latin typeface="Arial"/>
            </a:endParaRPr>
          </a:p>
        </p:txBody>
      </p:sp>
      <p:sp>
        <p:nvSpPr>
          <p:cNvPr id="131" name="CustomShape 2"/>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4400" spc="-1" strike="noStrike">
                <a:solidFill>
                  <a:srgbClr val="000000"/>
                </a:solidFill>
                <a:latin typeface="Proxima Nova Black"/>
                <a:ea typeface="DejaVu Sans"/>
              </a:rPr>
              <a:t>Subclasses and inheritance</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CustomShape 1"/>
          <p:cNvSpPr/>
          <p:nvPr/>
        </p:nvSpPr>
        <p:spPr>
          <a:xfrm>
            <a:off x="548640" y="853920"/>
            <a:ext cx="11063880" cy="380916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2000" spc="-1" strike="noStrike">
                <a:solidFill>
                  <a:srgbClr val="000000"/>
                </a:solidFill>
                <a:latin typeface="Open Sans"/>
                <a:ea typeface="Open Sans"/>
              </a:rPr>
              <a:t>In class-based languages, you typically create a class at compile time and then you instantiate instances of the class either at compile time or at run time. You cannot change the number or the type of properties of a class after you define the class. In JavaScript, however, at run time you can add or remove properties of any object. If you add a property to an object that is used as the prototype for a set of objects, the objects for which it is the prototype also get the new property.</a:t>
            </a:r>
            <a:endParaRPr b="0" lang="en-US" sz="2000" spc="-1" strike="noStrike">
              <a:latin typeface="Arial"/>
            </a:endParaRPr>
          </a:p>
        </p:txBody>
      </p:sp>
      <p:sp>
        <p:nvSpPr>
          <p:cNvPr id="133" name="CustomShape 2"/>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4400" spc="-1" strike="noStrike">
                <a:solidFill>
                  <a:srgbClr val="000000"/>
                </a:solidFill>
                <a:latin typeface="Proxima Nova Black"/>
                <a:ea typeface="DejaVu Sans"/>
              </a:rPr>
              <a:t>Adding and removing properties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CustomShape 1"/>
          <p:cNvSpPr/>
          <p:nvPr/>
        </p:nvSpPr>
        <p:spPr>
          <a:xfrm>
            <a:off x="548640" y="853920"/>
            <a:ext cx="11063880" cy="334440"/>
          </a:xfrm>
          <a:prstGeom prst="rect">
            <a:avLst/>
          </a:prstGeom>
          <a:noFill/>
          <a:ln>
            <a:noFill/>
          </a:ln>
        </p:spPr>
        <p:style>
          <a:lnRef idx="0"/>
          <a:fillRef idx="0"/>
          <a:effectRef idx="0"/>
          <a:fontRef idx="minor"/>
        </p:style>
        <p:txBody>
          <a:bodyPr lIns="0" rIns="90000" tIns="45000" bIns="45000">
            <a:noAutofit/>
          </a:bodyPr>
          <a:p>
            <a:pPr>
              <a:lnSpc>
                <a:spcPct val="90000"/>
              </a:lnSpc>
              <a:spcBef>
                <a:spcPts val="1001"/>
              </a:spcBef>
            </a:pPr>
            <a:r>
              <a:rPr b="0" lang="en-US" sz="1800" spc="-1" strike="noStrike">
                <a:solidFill>
                  <a:srgbClr val="000000"/>
                </a:solidFill>
                <a:latin typeface="Open Sans"/>
                <a:ea typeface="Open Sans"/>
              </a:rPr>
              <a:t>The following table gives a short summary of some of these differences. The rest of this chapter describes the details of using JavaScript constructors and prototypes to create an object hierarchy and compares this to how you would do it in Java.</a:t>
            </a:r>
            <a:endParaRPr b="0" lang="en-US" sz="1800" spc="-1" strike="noStrike">
              <a:latin typeface="Arial"/>
            </a:endParaRPr>
          </a:p>
        </p:txBody>
      </p:sp>
      <p:sp>
        <p:nvSpPr>
          <p:cNvPr id="135" name="CustomShape 2"/>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4400" spc="-1" strike="noStrike">
                <a:solidFill>
                  <a:srgbClr val="000000"/>
                </a:solidFill>
                <a:latin typeface="Proxima Nova Black"/>
                <a:ea typeface="DejaVu Sans"/>
              </a:rPr>
              <a:t>Summary of differences</a:t>
            </a:r>
            <a:endParaRPr b="0" lang="en-US" sz="4400" spc="-1" strike="noStrike">
              <a:latin typeface="Arial"/>
            </a:endParaRPr>
          </a:p>
        </p:txBody>
      </p:sp>
      <p:pic>
        <p:nvPicPr>
          <p:cNvPr id="136" name="" descr=""/>
          <p:cNvPicPr/>
          <p:nvPr/>
        </p:nvPicPr>
        <p:blipFill>
          <a:blip r:embed="rId1"/>
          <a:stretch/>
        </p:blipFill>
        <p:spPr>
          <a:xfrm>
            <a:off x="651600" y="1759680"/>
            <a:ext cx="10854000" cy="473220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0000" spc="-1" strike="noStrike">
                <a:solidFill>
                  <a:srgbClr val="ffffff"/>
                </a:solidFill>
                <a:latin typeface="Proxima Nova Black"/>
              </a:rPr>
              <a:t>Constructing</a:t>
            </a:r>
            <a:br/>
            <a:r>
              <a:rPr b="0" lang="en-US" sz="10000" spc="-1" strike="noStrike">
                <a:solidFill>
                  <a:srgbClr val="ffffff"/>
                </a:solidFill>
                <a:latin typeface="Proxima Nova Black"/>
              </a:rPr>
              <a:t>objects</a:t>
            </a:r>
            <a:endParaRPr b="0" lang="en-US" sz="10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r>
              <a:rPr b="0" lang="en-US" sz="3600" spc="-1" strike="noStrike">
                <a:solidFill>
                  <a:srgbClr val="000000"/>
                </a:solidFill>
                <a:latin typeface="Proxima Nova Black"/>
                <a:ea typeface="DejaVu Sans"/>
              </a:rPr>
              <a:t>Different ways of creating an Object in javascript</a:t>
            </a:r>
            <a:endParaRPr b="0" lang="en-US" sz="3600" spc="-1" strike="noStrike">
              <a:latin typeface="Arial"/>
            </a:endParaRPr>
          </a:p>
          <a:p>
            <a:pPr>
              <a:lnSpc>
                <a:spcPct val="100000"/>
              </a:lnSpc>
            </a:pPr>
            <a:endParaRPr b="0" lang="en-US" sz="3600" spc="-1" strike="noStrike">
              <a:latin typeface="Arial"/>
            </a:endParaRPr>
          </a:p>
          <a:p>
            <a:pPr>
              <a:lnSpc>
                <a:spcPct val="100000"/>
              </a:lnSpc>
            </a:pPr>
            <a:endParaRPr b="0" lang="en-US" sz="3600" spc="-1" strike="noStrike">
              <a:latin typeface="Arial"/>
            </a:endParaRPr>
          </a:p>
        </p:txBody>
      </p:sp>
      <p:pic>
        <p:nvPicPr>
          <p:cNvPr id="139" name="" descr=""/>
          <p:cNvPicPr/>
          <p:nvPr/>
        </p:nvPicPr>
        <p:blipFill>
          <a:blip r:embed="rId1"/>
          <a:stretch/>
        </p:blipFill>
        <p:spPr>
          <a:xfrm>
            <a:off x="640080" y="1168200"/>
            <a:ext cx="6476400" cy="532368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pic>
        <p:nvPicPr>
          <p:cNvPr id="141" name="" descr=""/>
          <p:cNvPicPr/>
          <p:nvPr/>
        </p:nvPicPr>
        <p:blipFill>
          <a:blip r:embed="rId1"/>
          <a:stretch/>
        </p:blipFill>
        <p:spPr>
          <a:xfrm>
            <a:off x="1015920" y="290160"/>
            <a:ext cx="10257840" cy="634284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pic>
        <p:nvPicPr>
          <p:cNvPr id="143" name="" descr=""/>
          <p:cNvPicPr/>
          <p:nvPr/>
        </p:nvPicPr>
        <p:blipFill>
          <a:blip r:embed="rId1"/>
          <a:stretch/>
        </p:blipFill>
        <p:spPr>
          <a:xfrm>
            <a:off x="507240" y="365760"/>
            <a:ext cx="6990480" cy="608580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9600" spc="-1" strike="noStrike">
                <a:solidFill>
                  <a:srgbClr val="ffffff"/>
                </a:solidFill>
                <a:latin typeface="Proxima Nova Black"/>
              </a:rPr>
              <a:t>Inheritance and Prototype Chain</a:t>
            </a:r>
            <a:endParaRPr b="0" lang="en-US" sz="96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46"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Understanding Inheritance and Prototype Chain in JavaScript.</a:t>
            </a:r>
            <a:endParaRPr b="0" lang="en-US" sz="3200" spc="-1" strike="noStrike">
              <a:latin typeface="Arial"/>
            </a:endParaRPr>
          </a:p>
        </p:txBody>
      </p:sp>
      <p:sp>
        <p:nvSpPr>
          <p:cNvPr id="147" name="CustomShape 3"/>
          <p:cNvSpPr/>
          <p:nvPr/>
        </p:nvSpPr>
        <p:spPr>
          <a:xfrm>
            <a:off x="457200" y="1463040"/>
            <a:ext cx="11155320" cy="28339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Inheritance is a very important topic when it comes to object oriented programming, by virtue of which children classes inherit from their parent class. But unlike many conventional languages, JavaScript's inheritance is based on prototypes rather than classes.</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Before we get started, please keep in mind a function is an object in JavaScript. As it goes with object to have properties, functions have a property called ‘prototype’ property which plays an important role in Prototypal Inheritance ( we will be discussing this property in detail later in this presentation )</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49"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Using the function constructor</a:t>
            </a:r>
            <a:endParaRPr b="0" lang="en-US" sz="3200" spc="-1" strike="noStrike">
              <a:latin typeface="Arial"/>
            </a:endParaRPr>
          </a:p>
        </p:txBody>
      </p:sp>
      <p:sp>
        <p:nvSpPr>
          <p:cNvPr id="150" name="CustomShape 3"/>
          <p:cNvSpPr/>
          <p:nvPr/>
        </p:nvSpPr>
        <p:spPr>
          <a:xfrm>
            <a:off x="457200" y="1463040"/>
            <a:ext cx="11155320" cy="6994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A constructor is a normal function in JavaScript. They are meant to be used to create instances of an object with the“new” keyword.</a:t>
            </a:r>
            <a:endParaRPr b="0" lang="en-US" sz="2000" spc="-1" strike="noStrike">
              <a:latin typeface="Arial"/>
            </a:endParaRPr>
          </a:p>
        </p:txBody>
      </p:sp>
      <p:pic>
        <p:nvPicPr>
          <p:cNvPr id="151" name="" descr=""/>
          <p:cNvPicPr/>
          <p:nvPr/>
        </p:nvPicPr>
        <p:blipFill>
          <a:blip r:embed="rId1"/>
          <a:stretch/>
        </p:blipFill>
        <p:spPr>
          <a:xfrm>
            <a:off x="548640" y="2280600"/>
            <a:ext cx="5201640" cy="2565360"/>
          </a:xfrm>
          <a:prstGeom prst="rect">
            <a:avLst/>
          </a:prstGeom>
          <a:ln>
            <a:noFill/>
          </a:ln>
        </p:spPr>
      </p:pic>
      <p:sp>
        <p:nvSpPr>
          <p:cNvPr id="152" name="CustomShape 4"/>
          <p:cNvSpPr/>
          <p:nvPr/>
        </p:nvSpPr>
        <p:spPr>
          <a:xfrm>
            <a:off x="6126480" y="2306520"/>
            <a:ext cx="5394600" cy="34444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In this example, we created two object instances bob and john using Person constructor. One point to notice `is that each object has its own walk method. You may want the walk method shared across objects with the value of “this” set to the object calling the method. This can be achieved using “prototype” property of the function object.</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54"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Using the function constructor</a:t>
            </a:r>
            <a:endParaRPr b="0" lang="en-US" sz="3200" spc="-1" strike="noStrike">
              <a:latin typeface="Arial"/>
            </a:endParaRPr>
          </a:p>
        </p:txBody>
      </p:sp>
      <p:sp>
        <p:nvSpPr>
          <p:cNvPr id="155" name="CustomShape 3"/>
          <p:cNvSpPr/>
          <p:nvPr/>
        </p:nvSpPr>
        <p:spPr>
          <a:xfrm>
            <a:off x="5943600" y="1005840"/>
            <a:ext cx="5668920" cy="49683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Here, the walk method is not getting copied to each of the object instance. Instead it is part of the prototype of the Person constructor function.</a:t>
            </a:r>
            <a:endParaRPr b="0" lang="en-US" sz="2000" spc="-1" strike="noStrike">
              <a:latin typeface="Arial"/>
            </a:endParaRPr>
          </a:p>
          <a:p>
            <a:pPr>
              <a:lnSpc>
                <a:spcPct val="100000"/>
              </a:lnSpc>
            </a:pPr>
            <a:endParaRPr b="0" lang="en-US" sz="2000" spc="-1" strike="noStrike">
              <a:latin typeface="Arial"/>
            </a:endParaRPr>
          </a:p>
          <a:p>
            <a:pPr>
              <a:lnSpc>
                <a:spcPct val="100000"/>
              </a:lnSpc>
            </a:pPr>
            <a:r>
              <a:rPr b="1" lang="en-US" sz="1800" spc="-1" strike="noStrike">
                <a:latin typeface="Open Sans"/>
              </a:rPr>
              <a:t>(bob.hasOwnProperty(‘walk’) === false)</a:t>
            </a:r>
            <a:r>
              <a:rPr b="0" lang="en-US" sz="2000" spc="-1" strike="noStrike">
                <a:latin typeface="Open Sans"/>
              </a:rPr>
              <a:t> while bob.walk() gives “Bob is walking”. Let us understand how this is working:</a:t>
            </a:r>
            <a:endParaRPr b="0" lang="en-US" sz="2000" spc="-1" strike="noStrike">
              <a:latin typeface="Arial"/>
            </a:endParaRPr>
          </a:p>
          <a:p>
            <a:pPr>
              <a:lnSpc>
                <a:spcPct val="100000"/>
              </a:lnSpc>
            </a:pPr>
            <a:endParaRPr b="0" lang="en-US" sz="2000" spc="-1" strike="noStrike">
              <a:latin typeface="Arial"/>
            </a:endParaRPr>
          </a:p>
          <a:p>
            <a:pPr marL="216000" indent="-215640">
              <a:lnSpc>
                <a:spcPct val="100000"/>
              </a:lnSpc>
              <a:buClr>
                <a:srgbClr val="000000"/>
              </a:buClr>
              <a:buFont typeface="StarSymbol"/>
              <a:buAutoNum type="arabicPeriod"/>
            </a:pPr>
            <a:r>
              <a:rPr b="0" lang="en-US" sz="2000" spc="-1" strike="noStrike">
                <a:latin typeface="Open Sans"/>
              </a:rPr>
              <a:t>When we call bob.walk(), it looks for the walk function in the properties of bob.</a:t>
            </a:r>
            <a:endParaRPr b="0" lang="en-US" sz="2000" spc="-1" strike="noStrike">
              <a:latin typeface="Arial"/>
            </a:endParaRPr>
          </a:p>
          <a:p>
            <a:pPr marL="216000" indent="-215640">
              <a:lnSpc>
                <a:spcPct val="100000"/>
              </a:lnSpc>
              <a:buClr>
                <a:srgbClr val="000000"/>
              </a:buClr>
              <a:buFont typeface="StarSymbol"/>
              <a:buAutoNum type="arabicPeriod"/>
            </a:pPr>
            <a:r>
              <a:rPr b="0" lang="en-US" sz="2000" spc="-1" strike="noStrike">
                <a:latin typeface="Open Sans"/>
              </a:rPr>
              <a:t>As the function doesn’t exist, it looks up the prototype chain to Person.prototype and call the function with “this” set to object calling the method.</a:t>
            </a:r>
            <a:endParaRPr b="0" lang="en-US" sz="2000" spc="-1" strike="noStrike">
              <a:latin typeface="Arial"/>
            </a:endParaRPr>
          </a:p>
          <a:p>
            <a:pPr>
              <a:lnSpc>
                <a:spcPct val="100000"/>
              </a:lnSpc>
            </a:pPr>
            <a:r>
              <a:rPr b="0" lang="en-US" sz="2000" spc="-1" strike="noStrike">
                <a:latin typeface="Open Sans"/>
              </a:rPr>
              <a:t>This is referred as Prototype Chain.</a:t>
            </a:r>
            <a:endParaRPr b="0" lang="en-US" sz="2000" spc="-1" strike="noStrike">
              <a:latin typeface="Arial"/>
            </a:endParaRPr>
          </a:p>
        </p:txBody>
      </p:sp>
      <p:pic>
        <p:nvPicPr>
          <p:cNvPr id="156" name="" descr=""/>
          <p:cNvPicPr/>
          <p:nvPr/>
        </p:nvPicPr>
        <p:blipFill>
          <a:blip r:embed="rId1"/>
          <a:stretch/>
        </p:blipFill>
        <p:spPr>
          <a:xfrm>
            <a:off x="457200" y="1280160"/>
            <a:ext cx="5599800" cy="3017160"/>
          </a:xfrm>
          <a:prstGeom prst="rect">
            <a:avLst/>
          </a:prstGeom>
          <a:ln>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58"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Using Object.Create()</a:t>
            </a:r>
            <a:endParaRPr b="0" lang="en-US" sz="3200" spc="-1" strike="noStrike">
              <a:latin typeface="Arial"/>
            </a:endParaRPr>
          </a:p>
        </p:txBody>
      </p:sp>
      <p:sp>
        <p:nvSpPr>
          <p:cNvPr id="159" name="CustomShape 3"/>
          <p:cNvSpPr/>
          <p:nvPr/>
        </p:nvSpPr>
        <p:spPr>
          <a:xfrm>
            <a:off x="457200" y="1005840"/>
            <a:ext cx="11155320" cy="28339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With Object.Create() JavaScript provided a new function to create object in ES5.</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Some important points about Object.create() are as follows:</a:t>
            </a:r>
            <a:endParaRPr b="0" lang="en-US" sz="2000" spc="-1" strike="noStrike">
              <a:latin typeface="Arial"/>
            </a:endParaRPr>
          </a:p>
          <a:p>
            <a:pPr>
              <a:lnSpc>
                <a:spcPct val="100000"/>
              </a:lnSpc>
            </a:pPr>
            <a:endParaRPr b="0" lang="en-US" sz="2000" spc="-1" strike="noStrike">
              <a:latin typeface="Arial"/>
            </a:endParaRPr>
          </a:p>
          <a:p>
            <a:pPr marL="216000" indent="-215640">
              <a:lnSpc>
                <a:spcPct val="100000"/>
              </a:lnSpc>
              <a:buClr>
                <a:srgbClr val="000000"/>
              </a:buClr>
              <a:buFont typeface="StarSymbol"/>
              <a:buAutoNum type="arabicPeriod"/>
            </a:pPr>
            <a:r>
              <a:rPr b="0" lang="en-US" sz="2000" spc="-1" strike="noStrike">
                <a:latin typeface="Open Sans"/>
              </a:rPr>
              <a:t>This method takes two arguments .The first argument is the prototype of the object to be inherited, and is the required argument. To create an empty object, you must pass the Object.prototype as the first argument.</a:t>
            </a:r>
            <a:endParaRPr b="0" lang="en-US" sz="2000" spc="-1" strike="noStrike">
              <a:latin typeface="Arial"/>
            </a:endParaRPr>
          </a:p>
          <a:p>
            <a:pPr marL="216000" indent="-215640">
              <a:lnSpc>
                <a:spcPct val="100000"/>
              </a:lnSpc>
              <a:buClr>
                <a:srgbClr val="000000"/>
              </a:buClr>
              <a:buFont typeface="StarSymbol"/>
              <a:buAutoNum type="arabicPeriod"/>
            </a:pPr>
            <a:r>
              <a:rPr b="0" lang="en-US" sz="2000" spc="-1" strike="noStrike">
                <a:latin typeface="Open Sans"/>
              </a:rPr>
              <a:t>The second optional argument is an object containing the object’s property descriptors.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61"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Using Object.Create()</a:t>
            </a:r>
            <a:endParaRPr b="0" lang="en-US" sz="3200" spc="-1" strike="noStrike">
              <a:latin typeface="Arial"/>
            </a:endParaRPr>
          </a:p>
        </p:txBody>
      </p:sp>
      <p:pic>
        <p:nvPicPr>
          <p:cNvPr id="162" name="" descr=""/>
          <p:cNvPicPr/>
          <p:nvPr/>
        </p:nvPicPr>
        <p:blipFill>
          <a:blip r:embed="rId1"/>
          <a:stretch/>
        </p:blipFill>
        <p:spPr>
          <a:xfrm>
            <a:off x="365760" y="1371600"/>
            <a:ext cx="5614200" cy="1729800"/>
          </a:xfrm>
          <a:prstGeom prst="rect">
            <a:avLst/>
          </a:prstGeom>
          <a:ln>
            <a:noFill/>
          </a:ln>
        </p:spPr>
      </p:pic>
      <p:sp>
        <p:nvSpPr>
          <p:cNvPr id="163" name="CustomShape 3"/>
          <p:cNvSpPr/>
          <p:nvPr/>
        </p:nvSpPr>
        <p:spPr>
          <a:xfrm>
            <a:off x="274320" y="3200400"/>
            <a:ext cx="11703960" cy="16149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In this case we first define the prototype object person, and then we use Object.create to make a new object which inherits from person. That second argument might look a little strange, but it's just a simple property descriptor object. Inheritance managed by Object.create can't be detected by instanceof. Instead you'll need to use the isPrototypeOf method.</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65"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Classical Inheritance vs Prototypal Inheritance</a:t>
            </a:r>
            <a:endParaRPr b="0" lang="en-US" sz="3200" spc="-1" strike="noStrike">
              <a:latin typeface="Arial"/>
            </a:endParaRPr>
          </a:p>
        </p:txBody>
      </p:sp>
      <p:sp>
        <p:nvSpPr>
          <p:cNvPr id="166" name="CustomShape 3"/>
          <p:cNvSpPr/>
          <p:nvPr/>
        </p:nvSpPr>
        <p:spPr>
          <a:xfrm>
            <a:off x="365760" y="907200"/>
            <a:ext cx="11703960" cy="28346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latin typeface="Open Sans"/>
              </a:rPr>
              <a:t>Prototypal Inheritance is dynamic</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You can add new properties to prototypes after they are created. This allows you to add new methods to a prototype which will be automatically made available to all the objects which delegate to that prototype.</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This is not possible in classical inheritance because once a class is created you can’t modify it at run time. This is probably the biggest advantage of prototypal inheritance over classical inheritance.</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68"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Classical Inheritance vs Prototypal Inheritance</a:t>
            </a:r>
            <a:endParaRPr b="0" lang="en-US" sz="3200" spc="-1" strike="noStrike">
              <a:latin typeface="Arial"/>
            </a:endParaRPr>
          </a:p>
        </p:txBody>
      </p:sp>
      <p:sp>
        <p:nvSpPr>
          <p:cNvPr id="169" name="CustomShape 3"/>
          <p:cNvSpPr/>
          <p:nvPr/>
        </p:nvSpPr>
        <p:spPr>
          <a:xfrm>
            <a:off x="365760" y="907200"/>
            <a:ext cx="11703960" cy="4968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latin typeface="Open Sans"/>
              </a:rPr>
              <a:t>Prototypal inheritance is just as powerful as classical inheritance</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JavaScript supports multiple inheritance. There are actually two ways to implement prototypal inheritance:</a:t>
            </a:r>
            <a:endParaRPr b="0" lang="en-US" sz="2000" spc="-1" strike="noStrike">
              <a:latin typeface="Arial"/>
            </a:endParaRPr>
          </a:p>
          <a:p>
            <a:pPr>
              <a:lnSpc>
                <a:spcPct val="100000"/>
              </a:lnSpc>
            </a:pPr>
            <a:endParaRPr b="0" lang="en-US" sz="2000" spc="-1" strike="noStrike">
              <a:latin typeface="Arial"/>
            </a:endParaRPr>
          </a:p>
          <a:p>
            <a:pPr marL="216000" indent="-215640">
              <a:lnSpc>
                <a:spcPct val="100000"/>
              </a:lnSpc>
              <a:buClr>
                <a:srgbClr val="000000"/>
              </a:buClr>
              <a:buFont typeface="StarSymbol"/>
              <a:buAutoNum type="arabicPeriod"/>
            </a:pPr>
            <a:r>
              <a:rPr b="0" lang="en-US" sz="2000" spc="-1" strike="noStrike">
                <a:latin typeface="Open Sans"/>
              </a:rPr>
              <a:t>Delegation or Differential Inheritance</a:t>
            </a:r>
            <a:endParaRPr b="0" lang="en-US" sz="2000" spc="-1" strike="noStrike">
              <a:latin typeface="Arial"/>
            </a:endParaRPr>
          </a:p>
          <a:p>
            <a:pPr marL="216000" indent="-215640">
              <a:lnSpc>
                <a:spcPct val="100000"/>
              </a:lnSpc>
              <a:buClr>
                <a:srgbClr val="000000"/>
              </a:buClr>
              <a:buFont typeface="StarSymbol"/>
              <a:buAutoNum type="arabicPeriod"/>
            </a:pPr>
            <a:r>
              <a:rPr b="0" lang="en-US" sz="2000" spc="-1" strike="noStrike">
                <a:latin typeface="Open Sans"/>
              </a:rPr>
              <a:t>Concatenative Inheritance</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Differential Inheritance is same as what we discussed above ( looking through the prototype chain ).</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Concatenative inheritance is the process of copying the properties from one object to another, without retaining a reference between the two objects. With the introduction of ES6, it is achieved using Object.assign() . The method which is used to copy the values of all enumerable own properties from one or more source objects to a target object. It will return the target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71"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Classical Inheritance vs Prototypal Inheritance</a:t>
            </a:r>
            <a:endParaRPr b="0" lang="en-US" sz="3200" spc="-1" strike="noStrike">
              <a:latin typeface="Arial"/>
            </a:endParaRPr>
          </a:p>
        </p:txBody>
      </p:sp>
      <p:pic>
        <p:nvPicPr>
          <p:cNvPr id="172" name="" descr=""/>
          <p:cNvPicPr/>
          <p:nvPr/>
        </p:nvPicPr>
        <p:blipFill>
          <a:blip r:embed="rId1"/>
          <a:stretch/>
        </p:blipFill>
        <p:spPr>
          <a:xfrm>
            <a:off x="548640" y="1097280"/>
            <a:ext cx="7571880" cy="1554120"/>
          </a:xfrm>
          <a:prstGeom prst="rect">
            <a:avLst/>
          </a:prstGeom>
          <a:ln>
            <a:noFill/>
          </a:ln>
        </p:spPr>
      </p:pic>
      <p:pic>
        <p:nvPicPr>
          <p:cNvPr id="173" name="" descr=""/>
          <p:cNvPicPr/>
          <p:nvPr/>
        </p:nvPicPr>
        <p:blipFill>
          <a:blip r:embed="rId2"/>
          <a:stretch/>
        </p:blipFill>
        <p:spPr>
          <a:xfrm>
            <a:off x="467280" y="3832560"/>
            <a:ext cx="7543440" cy="2377080"/>
          </a:xfrm>
          <a:prstGeom prst="rect">
            <a:avLst/>
          </a:prstGeom>
          <a:ln>
            <a:noFill/>
          </a:ln>
        </p:spPr>
      </p:pic>
      <p:sp>
        <p:nvSpPr>
          <p:cNvPr id="174" name="CustomShape 3"/>
          <p:cNvSpPr/>
          <p:nvPr/>
        </p:nvSpPr>
        <p:spPr>
          <a:xfrm>
            <a:off x="548640" y="2872440"/>
            <a:ext cx="731484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latin typeface="Arial"/>
              </a:rPr>
              <a:t>However, Properties on the prototype chain and non-enumerable properties cannot be copied.</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76"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Classical Inheritance vs Prototypal Inheritance</a:t>
            </a:r>
            <a:endParaRPr b="0" lang="en-US" sz="3200" spc="-1" strike="noStrike">
              <a:latin typeface="Arial"/>
            </a:endParaRPr>
          </a:p>
        </p:txBody>
      </p:sp>
      <p:sp>
        <p:nvSpPr>
          <p:cNvPr id="177" name="CustomShape 3"/>
          <p:cNvSpPr/>
          <p:nvPr/>
        </p:nvSpPr>
        <p:spPr>
          <a:xfrm>
            <a:off x="457200" y="1371600"/>
            <a:ext cx="9692280" cy="1310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Developers from the classical background argue classical inheritance is more powerful as it has private variables. Even Javascript supports private variables using Closures and with the introduction of let and const in ES6 we have block scoping available as well.</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This keyword</a:t>
            </a:r>
            <a:endParaRPr b="0" lang="en-US" sz="125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80"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What is this?</a:t>
            </a:r>
            <a:endParaRPr b="0" lang="en-US" sz="3200" spc="-1" strike="noStrike">
              <a:latin typeface="Arial"/>
            </a:endParaRPr>
          </a:p>
        </p:txBody>
      </p:sp>
      <p:sp>
        <p:nvSpPr>
          <p:cNvPr id="181" name="CustomShape 3"/>
          <p:cNvSpPr/>
          <p:nvPr/>
        </p:nvSpPr>
        <p:spPr>
          <a:xfrm>
            <a:off x="457200" y="1371600"/>
            <a:ext cx="969228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The JavaScript </a:t>
            </a:r>
            <a:r>
              <a:rPr b="0" lang="en-US" sz="2000" spc="-1" strike="noStrike">
                <a:latin typeface="Open Sans"/>
              </a:rPr>
              <a:t>this</a:t>
            </a:r>
            <a:r>
              <a:rPr b="0" lang="en-US" sz="2000" spc="-1" strike="noStrike">
                <a:latin typeface="Open Sans"/>
              </a:rPr>
              <a:t> keyword refers to the object it belongs to.</a:t>
            </a:r>
            <a:endParaRPr b="0" lang="en-US" sz="2000" spc="-1" strike="noStrike">
              <a:latin typeface="Arial"/>
            </a:endParaRPr>
          </a:p>
        </p:txBody>
      </p:sp>
      <p:pic>
        <p:nvPicPr>
          <p:cNvPr id="182" name="" descr=""/>
          <p:cNvPicPr/>
          <p:nvPr/>
        </p:nvPicPr>
        <p:blipFill>
          <a:blip r:embed="rId1"/>
          <a:stretch/>
        </p:blipFill>
        <p:spPr>
          <a:xfrm>
            <a:off x="548640" y="2011680"/>
            <a:ext cx="6400800" cy="3491280"/>
          </a:xfrm>
          <a:prstGeom prst="rect">
            <a:avLst/>
          </a:prstGeom>
          <a:ln>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84"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latin typeface="Open Sans"/>
              </a:rPr>
              <a:t>this</a:t>
            </a:r>
            <a:r>
              <a:rPr b="0" lang="en-US" sz="3200" spc="-1" strike="noStrike">
                <a:latin typeface="Open Sans"/>
              </a:rPr>
              <a:t> in a Method</a:t>
            </a:r>
            <a:endParaRPr b="0" lang="en-US" sz="3200" spc="-1" strike="noStrike">
              <a:latin typeface="Arial"/>
            </a:endParaRPr>
          </a:p>
        </p:txBody>
      </p:sp>
      <p:sp>
        <p:nvSpPr>
          <p:cNvPr id="185" name="CustomShape 3"/>
          <p:cNvSpPr/>
          <p:nvPr/>
        </p:nvSpPr>
        <p:spPr>
          <a:xfrm>
            <a:off x="457200" y="1371600"/>
            <a:ext cx="9692280" cy="2224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a:t>
            </a:r>
            <a:r>
              <a:rPr b="0" lang="en-US" sz="2000" spc="-1" strike="noStrike">
                <a:latin typeface="Open Sans"/>
              </a:rPr>
              <a:t>n</a:t>
            </a:r>
            <a:r>
              <a:rPr b="0" lang="en-US" sz="2000" spc="-1" strike="noStrike">
                <a:latin typeface="Open Sans"/>
              </a:rPr>
              <a:t> </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t</a:t>
            </a:r>
            <a:r>
              <a:rPr b="0" lang="en-US" sz="2000" spc="-1" strike="noStrike">
                <a:latin typeface="Open Sans"/>
              </a:rPr>
              <a:t>h</a:t>
            </a:r>
            <a:r>
              <a:rPr b="0" lang="en-US" sz="2000" spc="-1" strike="noStrike">
                <a:latin typeface="Open Sans"/>
              </a:rPr>
              <a:t>o</a:t>
            </a:r>
            <a:r>
              <a:rPr b="0" lang="en-US" sz="2000" spc="-1" strike="noStrike">
                <a:latin typeface="Open Sans"/>
              </a:rPr>
              <a:t>d</a:t>
            </a:r>
            <a:r>
              <a:rPr b="0" lang="en-US" sz="2000" spc="-1" strike="noStrike">
                <a:latin typeface="Open Sans"/>
              </a:rPr>
              <a:t>,</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r</a:t>
            </a:r>
            <a:r>
              <a:rPr b="0" lang="en-US" sz="2000" spc="-1" strike="noStrike">
                <a:latin typeface="Open Sans"/>
              </a:rPr>
              <a:t>e</a:t>
            </a:r>
            <a:r>
              <a:rPr b="0" lang="en-US" sz="2000" spc="-1" strike="noStrike">
                <a:latin typeface="Open Sans"/>
              </a:rPr>
              <a:t>f</a:t>
            </a:r>
            <a:r>
              <a:rPr b="0" lang="en-US" sz="2000" spc="-1" strike="noStrike">
                <a:latin typeface="Open Sans"/>
              </a:rPr>
              <a:t>e</a:t>
            </a:r>
            <a:r>
              <a:rPr b="0" lang="en-US" sz="2000" spc="-1" strike="noStrike">
                <a:latin typeface="Open Sans"/>
              </a:rPr>
              <a:t>r</a:t>
            </a:r>
            <a:r>
              <a:rPr b="0" lang="en-US" sz="2000" spc="-1" strike="noStrike">
                <a:latin typeface="Open Sans"/>
              </a:rPr>
              <a:t>s</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a:t>
            </a:r>
            <a:r>
              <a:rPr b="1" lang="en-US" sz="2000" spc="-1" strike="noStrike">
                <a:latin typeface="Open Sans"/>
              </a:rPr>
              <a:t>o</a:t>
            </a:r>
            <a:r>
              <a:rPr b="1" lang="en-US" sz="2000" spc="-1" strike="noStrike">
                <a:latin typeface="Open Sans"/>
              </a:rPr>
              <a:t>w</a:t>
            </a:r>
            <a:r>
              <a:rPr b="1" lang="en-US" sz="2000" spc="-1" strike="noStrike">
                <a:latin typeface="Open Sans"/>
              </a:rPr>
              <a:t>n</a:t>
            </a:r>
            <a:r>
              <a:rPr b="1" lang="en-US" sz="2000" spc="-1" strike="noStrike">
                <a:latin typeface="Open Sans"/>
              </a:rPr>
              <a:t>e</a:t>
            </a:r>
            <a:r>
              <a:rPr b="1" lang="en-US" sz="2000" spc="-1" strike="noStrike">
                <a:latin typeface="Open Sans"/>
              </a:rPr>
              <a:t>r</a:t>
            </a:r>
            <a:r>
              <a:rPr b="0" lang="en-US" sz="2000" spc="-1" strike="noStrike">
                <a:latin typeface="Open Sans"/>
              </a:rPr>
              <a:t>"</a:t>
            </a:r>
            <a:r>
              <a:rPr b="0" lang="en-US" sz="2000" spc="-1" strike="noStrike">
                <a:latin typeface="Open Sans"/>
              </a:rPr>
              <a:t> </a:t>
            </a:r>
            <a:r>
              <a:rPr b="0" lang="en-US" sz="2000" spc="-1" strike="noStrike">
                <a:latin typeface="Open Sans"/>
              </a:rPr>
              <a:t>o</a:t>
            </a:r>
            <a:r>
              <a:rPr b="0" lang="en-US" sz="2000" spc="-1" strike="noStrike">
                <a:latin typeface="Open Sans"/>
              </a:rPr>
              <a:t>f</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t</a:t>
            </a:r>
            <a:r>
              <a:rPr b="0" lang="en-US" sz="2000" spc="-1" strike="noStrike">
                <a:latin typeface="Open Sans"/>
              </a:rPr>
              <a:t>h</a:t>
            </a:r>
            <a:r>
              <a:rPr b="0" lang="en-US" sz="2000" spc="-1" strike="noStrike">
                <a:latin typeface="Open Sans"/>
              </a:rPr>
              <a:t>o</a:t>
            </a:r>
            <a:r>
              <a:rPr b="0" lang="en-US" sz="2000" spc="-1" strike="noStrike">
                <a:latin typeface="Open Sans"/>
              </a:rPr>
              <a:t>d</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I</a:t>
            </a:r>
            <a:r>
              <a:rPr b="0" lang="en-US" sz="2000" spc="-1" strike="noStrike">
                <a:latin typeface="Open Sans"/>
              </a:rPr>
              <a:t>n</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e</a:t>
            </a:r>
            <a:r>
              <a:rPr b="0" lang="en-US" sz="2000" spc="-1" strike="noStrike">
                <a:latin typeface="Open Sans"/>
              </a:rPr>
              <a:t>x</a:t>
            </a:r>
            <a:r>
              <a:rPr b="0" lang="en-US" sz="2000" spc="-1" strike="noStrike">
                <a:latin typeface="Open Sans"/>
              </a:rPr>
              <a:t>a</a:t>
            </a:r>
            <a:r>
              <a:rPr b="0" lang="en-US" sz="2000" spc="-1" strike="noStrike">
                <a:latin typeface="Open Sans"/>
              </a:rPr>
              <a:t>m</a:t>
            </a:r>
            <a:r>
              <a:rPr b="0" lang="en-US" sz="2000" spc="-1" strike="noStrike">
                <a:latin typeface="Open Sans"/>
              </a:rPr>
              <a:t>p</a:t>
            </a:r>
            <a:r>
              <a:rPr b="0" lang="en-US" sz="2000" spc="-1" strike="noStrike">
                <a:latin typeface="Open Sans"/>
              </a:rPr>
              <a:t>l</a:t>
            </a:r>
            <a:r>
              <a:rPr b="0" lang="en-US" sz="2000" spc="-1" strike="noStrike">
                <a:latin typeface="Open Sans"/>
              </a:rPr>
              <a:t>e</a:t>
            </a:r>
            <a:r>
              <a:rPr b="0" lang="en-US" sz="2000" spc="-1" strike="noStrike">
                <a:latin typeface="Open Sans"/>
              </a:rPr>
              <a:t> </a:t>
            </a:r>
            <a:r>
              <a:rPr b="0" lang="en-US" sz="2000" spc="-1" strike="noStrike">
                <a:latin typeface="Open Sans"/>
              </a:rPr>
              <a:t>o</a:t>
            </a:r>
            <a:r>
              <a:rPr b="0" lang="en-US" sz="2000" spc="-1" strike="noStrike">
                <a:latin typeface="Open Sans"/>
              </a:rPr>
              <a:t>n</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p</a:t>
            </a:r>
            <a:r>
              <a:rPr b="0" lang="en-US" sz="2000" spc="-1" strike="noStrike">
                <a:latin typeface="Open Sans"/>
              </a:rPr>
              <a:t> </a:t>
            </a:r>
            <a:r>
              <a:rPr b="0" lang="en-US" sz="2000" spc="-1" strike="noStrike">
                <a:latin typeface="Open Sans"/>
              </a:rPr>
              <a:t>o</a:t>
            </a:r>
            <a:r>
              <a:rPr b="0" lang="en-US" sz="2000" spc="-1" strike="noStrike">
                <a:latin typeface="Open Sans"/>
              </a:rPr>
              <a:t>f</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p</a:t>
            </a:r>
            <a:r>
              <a:rPr b="0" lang="en-US" sz="2000" spc="-1" strike="noStrike">
                <a:latin typeface="Open Sans"/>
              </a:rPr>
              <a:t>a</a:t>
            </a:r>
            <a:r>
              <a:rPr b="0" lang="en-US" sz="2000" spc="-1" strike="noStrike">
                <a:latin typeface="Open Sans"/>
              </a:rPr>
              <a:t>g</a:t>
            </a:r>
            <a:r>
              <a:rPr b="0" lang="en-US" sz="2000" spc="-1" strike="noStrike">
                <a:latin typeface="Open Sans"/>
              </a:rPr>
              <a:t>e</a:t>
            </a:r>
            <a:r>
              <a:rPr b="0" lang="en-US" sz="2000" spc="-1" strike="noStrike">
                <a:latin typeface="Open Sans"/>
              </a:rPr>
              <a:t>,</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r</a:t>
            </a:r>
            <a:r>
              <a:rPr b="0" lang="en-US" sz="2000" spc="-1" strike="noStrike">
                <a:latin typeface="Open Sans"/>
              </a:rPr>
              <a:t>e</a:t>
            </a:r>
            <a:r>
              <a:rPr b="0" lang="en-US" sz="2000" spc="-1" strike="noStrike">
                <a:latin typeface="Open Sans"/>
              </a:rPr>
              <a:t>f</a:t>
            </a:r>
            <a:r>
              <a:rPr b="0" lang="en-US" sz="2000" spc="-1" strike="noStrike">
                <a:latin typeface="Open Sans"/>
              </a:rPr>
              <a:t>e</a:t>
            </a:r>
            <a:r>
              <a:rPr b="0" lang="en-US" sz="2000" spc="-1" strike="noStrike">
                <a:latin typeface="Open Sans"/>
              </a:rPr>
              <a:t>r</a:t>
            </a:r>
            <a:r>
              <a:rPr b="0" lang="en-US" sz="2000" spc="-1" strike="noStrike">
                <a:latin typeface="Open Sans"/>
              </a:rPr>
              <a:t>s</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1" lang="en-US" sz="2000" spc="-1" strike="noStrike">
                <a:latin typeface="Open Sans"/>
              </a:rPr>
              <a:t>p</a:t>
            </a:r>
            <a:r>
              <a:rPr b="1" lang="en-US" sz="2000" spc="-1" strike="noStrike">
                <a:latin typeface="Open Sans"/>
              </a:rPr>
              <a:t>e</a:t>
            </a:r>
            <a:r>
              <a:rPr b="1" lang="en-US" sz="2000" spc="-1" strike="noStrike">
                <a:latin typeface="Open Sans"/>
              </a:rPr>
              <a:t>r</a:t>
            </a:r>
            <a:r>
              <a:rPr b="1" lang="en-US" sz="2000" spc="-1" strike="noStrike">
                <a:latin typeface="Open Sans"/>
              </a:rPr>
              <a:t>s</a:t>
            </a:r>
            <a:r>
              <a:rPr b="1" lang="en-US" sz="2000" spc="-1" strike="noStrike">
                <a:latin typeface="Open Sans"/>
              </a:rPr>
              <a:t>o</a:t>
            </a:r>
            <a:r>
              <a:rPr b="1" lang="en-US" sz="2000" spc="-1" strike="noStrike">
                <a:latin typeface="Open Sans"/>
              </a:rPr>
              <a:t>n</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1" lang="en-US" sz="2000" spc="-1" strike="noStrike">
                <a:latin typeface="Open Sans"/>
              </a:rPr>
              <a:t>p</a:t>
            </a:r>
            <a:r>
              <a:rPr b="1" lang="en-US" sz="2000" spc="-1" strike="noStrike">
                <a:latin typeface="Open Sans"/>
              </a:rPr>
              <a:t>e</a:t>
            </a:r>
            <a:r>
              <a:rPr b="1" lang="en-US" sz="2000" spc="-1" strike="noStrike">
                <a:latin typeface="Open Sans"/>
              </a:rPr>
              <a:t>r</a:t>
            </a:r>
            <a:r>
              <a:rPr b="1" lang="en-US" sz="2000" spc="-1" strike="noStrike">
                <a:latin typeface="Open Sans"/>
              </a:rPr>
              <a:t>s</a:t>
            </a:r>
            <a:r>
              <a:rPr b="1" lang="en-US" sz="2000" spc="-1" strike="noStrike">
                <a:latin typeface="Open Sans"/>
              </a:rPr>
              <a:t>o</a:t>
            </a:r>
            <a:r>
              <a:rPr b="1" lang="en-US" sz="2000" spc="-1" strike="noStrike">
                <a:latin typeface="Open Sans"/>
              </a:rPr>
              <a:t>n</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1" lang="en-US" sz="2000" spc="-1" strike="noStrike">
                <a:latin typeface="Open Sans"/>
              </a:rPr>
              <a:t>o</a:t>
            </a:r>
            <a:r>
              <a:rPr b="1" lang="en-US" sz="2000" spc="-1" strike="noStrike">
                <a:latin typeface="Open Sans"/>
              </a:rPr>
              <a:t>w</a:t>
            </a:r>
            <a:r>
              <a:rPr b="1" lang="en-US" sz="2000" spc="-1" strike="noStrike">
                <a:latin typeface="Open Sans"/>
              </a:rPr>
              <a:t>n</a:t>
            </a:r>
            <a:r>
              <a:rPr b="1" lang="en-US" sz="2000" spc="-1" strike="noStrike">
                <a:latin typeface="Open Sans"/>
              </a:rPr>
              <a:t>e</a:t>
            </a:r>
            <a:r>
              <a:rPr b="1" lang="en-US" sz="2000" spc="-1" strike="noStrike">
                <a:latin typeface="Open Sans"/>
              </a:rPr>
              <a:t>r</a:t>
            </a:r>
            <a:r>
              <a:rPr b="0" lang="en-US" sz="2000" spc="-1" strike="noStrike">
                <a:latin typeface="Open Sans"/>
              </a:rPr>
              <a:t> </a:t>
            </a:r>
            <a:r>
              <a:rPr b="0" lang="en-US" sz="2000" spc="-1" strike="noStrike">
                <a:latin typeface="Open Sans"/>
              </a:rPr>
              <a:t>o</a:t>
            </a:r>
            <a:r>
              <a:rPr b="0" lang="en-US" sz="2000" spc="-1" strike="noStrike">
                <a:latin typeface="Open Sans"/>
              </a:rPr>
              <a:t>f</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1" lang="en-US" sz="2000" spc="-1" strike="noStrike">
                <a:latin typeface="Open Sans"/>
              </a:rPr>
              <a:t>f</a:t>
            </a:r>
            <a:r>
              <a:rPr b="1" lang="en-US" sz="2000" spc="-1" strike="noStrike">
                <a:latin typeface="Open Sans"/>
              </a:rPr>
              <a:t>u</a:t>
            </a:r>
            <a:r>
              <a:rPr b="1" lang="en-US" sz="2000" spc="-1" strike="noStrike">
                <a:latin typeface="Open Sans"/>
              </a:rPr>
              <a:t>l</a:t>
            </a:r>
            <a:r>
              <a:rPr b="1" lang="en-US" sz="2000" spc="-1" strike="noStrike">
                <a:latin typeface="Open Sans"/>
              </a:rPr>
              <a:t>l</a:t>
            </a:r>
            <a:r>
              <a:rPr b="1" lang="en-US" sz="2000" spc="-1" strike="noStrike">
                <a:latin typeface="Open Sans"/>
              </a:rPr>
              <a:t>N</a:t>
            </a:r>
            <a:r>
              <a:rPr b="1" lang="en-US" sz="2000" spc="-1" strike="noStrike">
                <a:latin typeface="Open Sans"/>
              </a:rPr>
              <a:t>a</a:t>
            </a:r>
            <a:r>
              <a:rPr b="1" lang="en-US" sz="2000" spc="-1" strike="noStrike">
                <a:latin typeface="Open Sans"/>
              </a:rPr>
              <a:t>m</a:t>
            </a:r>
            <a:r>
              <a:rPr b="1" lang="en-US" sz="2000" spc="-1" strike="noStrike">
                <a:latin typeface="Open Sans"/>
              </a:rPr>
              <a:t>e</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t</a:t>
            </a:r>
            <a:r>
              <a:rPr b="0" lang="en-US" sz="2000" spc="-1" strike="noStrike">
                <a:latin typeface="Open Sans"/>
              </a:rPr>
              <a:t>h</a:t>
            </a:r>
            <a:r>
              <a:rPr b="0" lang="en-US" sz="2000" spc="-1" strike="noStrike">
                <a:latin typeface="Open Sans"/>
              </a:rPr>
              <a:t>o</a:t>
            </a:r>
            <a:r>
              <a:rPr b="0" lang="en-US" sz="2000" spc="-1" strike="noStrike">
                <a:latin typeface="Open Sans"/>
              </a:rPr>
              <a:t>d</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186" name="" descr=""/>
          <p:cNvPicPr/>
          <p:nvPr/>
        </p:nvPicPr>
        <p:blipFill>
          <a:blip r:embed="rId1"/>
          <a:stretch/>
        </p:blipFill>
        <p:spPr>
          <a:xfrm>
            <a:off x="550800" y="3200400"/>
            <a:ext cx="6688440" cy="2194560"/>
          </a:xfrm>
          <a:prstGeom prst="rect">
            <a:avLst/>
          </a:prstGeom>
          <a:ln>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88"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latin typeface="Open Sans"/>
              </a:rPr>
              <a:t>this</a:t>
            </a:r>
            <a:r>
              <a:rPr b="0" lang="en-US" sz="3200" spc="-1" strike="noStrike">
                <a:latin typeface="Open Sans"/>
              </a:rPr>
              <a:t> Alone</a:t>
            </a:r>
            <a:endParaRPr b="0" lang="en-US" sz="3200" spc="-1" strike="noStrike">
              <a:latin typeface="Arial"/>
            </a:endParaRPr>
          </a:p>
        </p:txBody>
      </p:sp>
      <p:sp>
        <p:nvSpPr>
          <p:cNvPr id="189" name="CustomShape 3"/>
          <p:cNvSpPr/>
          <p:nvPr/>
        </p:nvSpPr>
        <p:spPr>
          <a:xfrm>
            <a:off x="457200" y="1371600"/>
            <a:ext cx="9692280" cy="1310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When used alone, the owner is the Global object, so </a:t>
            </a:r>
            <a:r>
              <a:rPr b="0" lang="en-US" sz="2000" spc="-1" strike="noStrike">
                <a:latin typeface="Open Sans"/>
              </a:rPr>
              <a:t>this</a:t>
            </a:r>
            <a:r>
              <a:rPr b="0" lang="en-US" sz="2000" spc="-1" strike="noStrike">
                <a:latin typeface="Open Sans"/>
              </a:rPr>
              <a:t> refers to the Global object.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In a browser window the Global object is </a:t>
            </a:r>
            <a:r>
              <a:rPr b="0" lang="en-US" sz="2000" spc="-1" strike="noStrike">
                <a:latin typeface="Open Sans"/>
              </a:rPr>
              <a:t>[object Window]</a:t>
            </a:r>
            <a:r>
              <a:rPr b="0" lang="en-US" sz="2000" spc="-1" strike="noStrike">
                <a:latin typeface="Open Sans"/>
              </a:rPr>
              <a:t>:</a:t>
            </a:r>
            <a:endParaRPr b="0" lang="en-US" sz="2000" spc="-1" strike="noStrike">
              <a:latin typeface="Arial"/>
            </a:endParaRPr>
          </a:p>
        </p:txBody>
      </p:sp>
      <p:pic>
        <p:nvPicPr>
          <p:cNvPr id="190" name="" descr=""/>
          <p:cNvPicPr/>
          <p:nvPr/>
        </p:nvPicPr>
        <p:blipFill>
          <a:blip r:embed="rId1"/>
          <a:stretch/>
        </p:blipFill>
        <p:spPr>
          <a:xfrm>
            <a:off x="640080" y="2842920"/>
            <a:ext cx="2291400" cy="448920"/>
          </a:xfrm>
          <a:prstGeom prst="rect">
            <a:avLst/>
          </a:prstGeom>
          <a:ln>
            <a:noFill/>
          </a:ln>
        </p:spPr>
      </p:pic>
      <p:sp>
        <p:nvSpPr>
          <p:cNvPr id="191" name="CustomShape 4"/>
          <p:cNvSpPr/>
          <p:nvPr/>
        </p:nvSpPr>
        <p:spPr>
          <a:xfrm>
            <a:off x="548640" y="3566160"/>
            <a:ext cx="9692280" cy="7002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 </a:t>
            </a:r>
            <a:r>
              <a:rPr b="0" lang="en-US" sz="2000" spc="-1" strike="noStrike">
                <a:latin typeface="Open Sans"/>
              </a:rPr>
              <a:t>In strict mode, when used alone, </a:t>
            </a:r>
            <a:r>
              <a:rPr b="0" lang="en-US" sz="2000" spc="-1" strike="noStrike">
                <a:latin typeface="Open Sans"/>
              </a:rPr>
              <a:t>this</a:t>
            </a:r>
            <a:r>
              <a:rPr b="0" lang="en-US" sz="2000" spc="-1" strike="noStrike">
                <a:latin typeface="Open Sans"/>
              </a:rPr>
              <a:t> also refers to the Global object </a:t>
            </a:r>
            <a:r>
              <a:rPr b="0" lang="en-US" sz="2000" spc="-1" strike="noStrike">
                <a:latin typeface="Open Sans"/>
              </a:rPr>
              <a:t>[object Window]</a:t>
            </a:r>
            <a:r>
              <a:rPr b="0" lang="en-US" sz="2000" spc="-1" strike="noStrike">
                <a:latin typeface="Open Sans"/>
              </a:rPr>
              <a:t>:</a:t>
            </a:r>
            <a:endParaRPr b="0" lang="en-US" sz="2000" spc="-1" strike="noStrike">
              <a:latin typeface="Arial"/>
            </a:endParaRPr>
          </a:p>
        </p:txBody>
      </p:sp>
      <p:pic>
        <p:nvPicPr>
          <p:cNvPr id="192" name="" descr=""/>
          <p:cNvPicPr/>
          <p:nvPr/>
        </p:nvPicPr>
        <p:blipFill>
          <a:blip r:embed="rId2"/>
          <a:stretch/>
        </p:blipFill>
        <p:spPr>
          <a:xfrm>
            <a:off x="640080" y="4404600"/>
            <a:ext cx="2194560" cy="803160"/>
          </a:xfrm>
          <a:prstGeom prst="rect">
            <a:avLst/>
          </a:prstGeom>
          <a:ln>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194" name="CustomShape 2"/>
          <p:cNvSpPr/>
          <p:nvPr/>
        </p:nvSpPr>
        <p:spPr>
          <a:xfrm>
            <a:off x="365760" y="182880"/>
            <a:ext cx="1106388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latin typeface="Open Sans"/>
              </a:rPr>
              <a:t>this</a:t>
            </a:r>
            <a:r>
              <a:rPr b="0" lang="en-US" sz="3200" spc="-1" strike="noStrike">
                <a:latin typeface="Open Sans"/>
              </a:rPr>
              <a:t> in a Function</a:t>
            </a:r>
            <a:endParaRPr b="0" lang="en-US" sz="3200" spc="-1" strike="noStrike">
              <a:latin typeface="Arial"/>
            </a:endParaRPr>
          </a:p>
        </p:txBody>
      </p:sp>
      <p:sp>
        <p:nvSpPr>
          <p:cNvPr id="195" name="CustomShape 3"/>
          <p:cNvSpPr/>
          <p:nvPr/>
        </p:nvSpPr>
        <p:spPr>
          <a:xfrm>
            <a:off x="457200" y="1371600"/>
            <a:ext cx="9692280" cy="1310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In a JavaScript function, the owner of the function is the </a:t>
            </a:r>
            <a:r>
              <a:rPr b="1" lang="en-US" sz="2000" spc="-1" strike="noStrike">
                <a:latin typeface="Open Sans"/>
              </a:rPr>
              <a:t>default</a:t>
            </a:r>
            <a:r>
              <a:rPr b="0" lang="en-US" sz="2000" spc="-1" strike="noStrike">
                <a:latin typeface="Open Sans"/>
              </a:rPr>
              <a:t> binding for </a:t>
            </a:r>
            <a:r>
              <a:rPr b="0" lang="en-US" sz="2000" spc="-1" strike="noStrike">
                <a:latin typeface="Open Sans"/>
              </a:rPr>
              <a:t>this</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So, in a function, </a:t>
            </a:r>
            <a:r>
              <a:rPr b="0" lang="en-US" sz="2000" spc="-1" strike="noStrike">
                <a:latin typeface="Open Sans"/>
              </a:rPr>
              <a:t>this</a:t>
            </a:r>
            <a:r>
              <a:rPr b="0" lang="en-US" sz="2000" spc="-1" strike="noStrike">
                <a:latin typeface="Open Sans"/>
              </a:rPr>
              <a:t> refers to the Global object </a:t>
            </a:r>
            <a:r>
              <a:rPr b="0" lang="en-US" sz="2000" spc="-1" strike="noStrike">
                <a:latin typeface="Open Sans"/>
              </a:rPr>
              <a:t>[object Window]</a:t>
            </a:r>
            <a:r>
              <a:rPr b="0" lang="en-US" sz="2000" spc="-1" strike="noStrike">
                <a:latin typeface="Open Sans"/>
              </a:rPr>
              <a:t>.</a:t>
            </a:r>
            <a:endParaRPr b="0" lang="en-US" sz="2000" spc="-1" strike="noStrike">
              <a:latin typeface="Arial"/>
            </a:endParaRPr>
          </a:p>
        </p:txBody>
      </p:sp>
      <p:sp>
        <p:nvSpPr>
          <p:cNvPr id="196" name="CustomShape 4"/>
          <p:cNvSpPr/>
          <p:nvPr/>
        </p:nvSpPr>
        <p:spPr>
          <a:xfrm>
            <a:off x="548640" y="3912120"/>
            <a:ext cx="9692280" cy="10044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J</a:t>
            </a:r>
            <a:r>
              <a:rPr b="0" lang="en-US" sz="2000" spc="-1" strike="noStrike">
                <a:latin typeface="Open Sans"/>
              </a:rPr>
              <a:t>a</a:t>
            </a:r>
            <a:r>
              <a:rPr b="0" lang="en-US" sz="2000" spc="-1" strike="noStrike">
                <a:latin typeface="Open Sans"/>
              </a:rPr>
              <a:t>v</a:t>
            </a:r>
            <a:r>
              <a:rPr b="0" lang="en-US" sz="2000" spc="-1" strike="noStrike">
                <a:latin typeface="Open Sans"/>
              </a:rPr>
              <a:t>a</a:t>
            </a:r>
            <a:r>
              <a:rPr b="0" lang="en-US" sz="2000" spc="-1" strike="noStrike">
                <a:latin typeface="Open Sans"/>
              </a:rPr>
              <a:t>S</a:t>
            </a:r>
            <a:r>
              <a:rPr b="0" lang="en-US" sz="2000" spc="-1" strike="noStrike">
                <a:latin typeface="Open Sans"/>
              </a:rPr>
              <a:t>c</a:t>
            </a:r>
            <a:r>
              <a:rPr b="0" lang="en-US" sz="2000" spc="-1" strike="noStrike">
                <a:latin typeface="Open Sans"/>
              </a:rPr>
              <a:t>r</a:t>
            </a:r>
            <a:r>
              <a:rPr b="0" lang="en-US" sz="2000" spc="-1" strike="noStrike">
                <a:latin typeface="Open Sans"/>
              </a:rPr>
              <a:t>i</a:t>
            </a:r>
            <a:r>
              <a:rPr b="0" lang="en-US" sz="2000" spc="-1" strike="noStrike">
                <a:latin typeface="Open Sans"/>
              </a:rPr>
              <a:t>p</a:t>
            </a:r>
            <a:r>
              <a:rPr b="0" lang="en-US" sz="2000" spc="-1" strike="noStrike">
                <a:latin typeface="Open Sans"/>
              </a:rPr>
              <a:t>t</a:t>
            </a:r>
            <a:r>
              <a:rPr b="0" lang="en-US" sz="2000" spc="-1" strike="noStrike">
                <a:latin typeface="Open Sans"/>
              </a:rPr>
              <a:t> </a:t>
            </a:r>
            <a:r>
              <a:rPr b="1" lang="en-US" sz="2000" spc="-1" strike="noStrike">
                <a:latin typeface="Open Sans"/>
              </a:rPr>
              <a:t>s</a:t>
            </a:r>
            <a:r>
              <a:rPr b="1" lang="en-US" sz="2000" spc="-1" strike="noStrike">
                <a:latin typeface="Open Sans"/>
              </a:rPr>
              <a:t>t</a:t>
            </a:r>
            <a:r>
              <a:rPr b="1" lang="en-US" sz="2000" spc="-1" strike="noStrike">
                <a:latin typeface="Open Sans"/>
              </a:rPr>
              <a:t>r</a:t>
            </a:r>
            <a:r>
              <a:rPr b="1" lang="en-US" sz="2000" spc="-1" strike="noStrike">
                <a:latin typeface="Open Sans"/>
              </a:rPr>
              <a:t>i</a:t>
            </a:r>
            <a:r>
              <a:rPr b="1" lang="en-US" sz="2000" spc="-1" strike="noStrike">
                <a:latin typeface="Open Sans"/>
              </a:rPr>
              <a:t>c</a:t>
            </a:r>
            <a:r>
              <a:rPr b="1" lang="en-US" sz="2000" spc="-1" strike="noStrike">
                <a:latin typeface="Open Sans"/>
              </a:rPr>
              <a:t>t</a:t>
            </a:r>
            <a:r>
              <a:rPr b="1" lang="en-US" sz="2000" spc="-1" strike="noStrike">
                <a:latin typeface="Open Sans"/>
              </a:rPr>
              <a:t> </a:t>
            </a:r>
            <a:r>
              <a:rPr b="1" lang="en-US" sz="2000" spc="-1" strike="noStrike">
                <a:latin typeface="Open Sans"/>
              </a:rPr>
              <a:t>m</a:t>
            </a:r>
            <a:r>
              <a:rPr b="1" lang="en-US" sz="2000" spc="-1" strike="noStrike">
                <a:latin typeface="Open Sans"/>
              </a:rPr>
              <a:t>o</a:t>
            </a:r>
            <a:r>
              <a:rPr b="1" lang="en-US" sz="2000" spc="-1" strike="noStrike">
                <a:latin typeface="Open Sans"/>
              </a:rPr>
              <a:t>d</a:t>
            </a:r>
            <a:r>
              <a:rPr b="1" lang="en-US" sz="2000" spc="-1" strike="noStrike">
                <a:latin typeface="Open Sans"/>
              </a:rPr>
              <a:t>e</a:t>
            </a:r>
            <a:r>
              <a:rPr b="0" lang="en-US" sz="2000" spc="-1" strike="noStrike">
                <a:latin typeface="Open Sans"/>
              </a:rPr>
              <a:t> </a:t>
            </a:r>
            <a:r>
              <a:rPr b="0" lang="en-US" sz="2000" spc="-1" strike="noStrike">
                <a:latin typeface="Open Sans"/>
              </a:rPr>
              <a:t>d</a:t>
            </a:r>
            <a:r>
              <a:rPr b="0" lang="en-US" sz="2000" spc="-1" strike="noStrike">
                <a:latin typeface="Open Sans"/>
              </a:rPr>
              <a:t>o</a:t>
            </a:r>
            <a:r>
              <a:rPr b="0" lang="en-US" sz="2000" spc="-1" strike="noStrike">
                <a:latin typeface="Open Sans"/>
              </a:rPr>
              <a:t>e</a:t>
            </a:r>
            <a:r>
              <a:rPr b="0" lang="en-US" sz="2000" spc="-1" strike="noStrike">
                <a:latin typeface="Open Sans"/>
              </a:rPr>
              <a:t>s</a:t>
            </a:r>
            <a:r>
              <a:rPr b="0" lang="en-US" sz="2000" spc="-1" strike="noStrike">
                <a:latin typeface="Open Sans"/>
              </a:rPr>
              <a:t> </a:t>
            </a:r>
            <a:r>
              <a:rPr b="0" lang="en-US" sz="2000" spc="-1" strike="noStrike">
                <a:latin typeface="Open Sans"/>
              </a:rPr>
              <a:t>n</a:t>
            </a:r>
            <a:r>
              <a:rPr b="0" lang="en-US" sz="2000" spc="-1" strike="noStrike">
                <a:latin typeface="Open Sans"/>
              </a:rPr>
              <a:t>o</a:t>
            </a:r>
            <a:r>
              <a:rPr b="0" lang="en-US" sz="2000" spc="-1" strike="noStrike">
                <a:latin typeface="Open Sans"/>
              </a:rPr>
              <a:t>t</a:t>
            </a:r>
            <a:r>
              <a:rPr b="0" lang="en-US" sz="2000" spc="-1" strike="noStrike">
                <a:latin typeface="Open Sans"/>
              </a:rPr>
              <a:t> </a:t>
            </a:r>
            <a:r>
              <a:rPr b="0" lang="en-US" sz="2000" spc="-1" strike="noStrike">
                <a:latin typeface="Open Sans"/>
              </a:rPr>
              <a:t>a</a:t>
            </a:r>
            <a:r>
              <a:rPr b="0" lang="en-US" sz="2000" spc="-1" strike="noStrike">
                <a:latin typeface="Open Sans"/>
              </a:rPr>
              <a:t>l</a:t>
            </a:r>
            <a:r>
              <a:rPr b="0" lang="en-US" sz="2000" spc="-1" strike="noStrike">
                <a:latin typeface="Open Sans"/>
              </a:rPr>
              <a:t>l</a:t>
            </a:r>
            <a:r>
              <a:rPr b="0" lang="en-US" sz="2000" spc="-1" strike="noStrike">
                <a:latin typeface="Open Sans"/>
              </a:rPr>
              <a:t>o</a:t>
            </a:r>
            <a:r>
              <a:rPr b="0" lang="en-US" sz="2000" spc="-1" strike="noStrike">
                <a:latin typeface="Open Sans"/>
              </a:rPr>
              <a:t>w</a:t>
            </a:r>
            <a:r>
              <a:rPr b="0" lang="en-US" sz="2000" spc="-1" strike="noStrike">
                <a:latin typeface="Open Sans"/>
              </a:rPr>
              <a:t> </a:t>
            </a:r>
            <a:r>
              <a:rPr b="0" lang="en-US" sz="2000" spc="-1" strike="noStrike">
                <a:latin typeface="Open Sans"/>
              </a:rPr>
              <a:t>d</a:t>
            </a:r>
            <a:r>
              <a:rPr b="0" lang="en-US" sz="2000" spc="-1" strike="noStrike">
                <a:latin typeface="Open Sans"/>
              </a:rPr>
              <a:t>e</a:t>
            </a:r>
            <a:r>
              <a:rPr b="0" lang="en-US" sz="2000" spc="-1" strike="noStrike">
                <a:latin typeface="Open Sans"/>
              </a:rPr>
              <a:t>f</a:t>
            </a:r>
            <a:r>
              <a:rPr b="0" lang="en-US" sz="2000" spc="-1" strike="noStrike">
                <a:latin typeface="Open Sans"/>
              </a:rPr>
              <a:t>a</a:t>
            </a:r>
            <a:r>
              <a:rPr b="0" lang="en-US" sz="2000" spc="-1" strike="noStrike">
                <a:latin typeface="Open Sans"/>
              </a:rPr>
              <a:t>u</a:t>
            </a:r>
            <a:r>
              <a:rPr b="0" lang="en-US" sz="2000" spc="-1" strike="noStrike">
                <a:latin typeface="Open Sans"/>
              </a:rPr>
              <a:t>l</a:t>
            </a:r>
            <a:r>
              <a:rPr b="0" lang="en-US" sz="2000" spc="-1" strike="noStrike">
                <a:latin typeface="Open Sans"/>
              </a:rPr>
              <a:t>t</a:t>
            </a:r>
            <a:r>
              <a:rPr b="0" lang="en-US" sz="2000" spc="-1" strike="noStrike">
                <a:latin typeface="Open Sans"/>
              </a:rPr>
              <a:t> </a:t>
            </a:r>
            <a:r>
              <a:rPr b="0" lang="en-US" sz="2000" spc="-1" strike="noStrike">
                <a:latin typeface="Open Sans"/>
              </a:rPr>
              <a:t>b</a:t>
            </a:r>
            <a:r>
              <a:rPr b="0" lang="en-US" sz="2000" spc="-1" strike="noStrike">
                <a:latin typeface="Open Sans"/>
              </a:rPr>
              <a:t>i</a:t>
            </a:r>
            <a:r>
              <a:rPr b="0" lang="en-US" sz="2000" spc="-1" strike="noStrike">
                <a:latin typeface="Open Sans"/>
              </a:rPr>
              <a:t>n</a:t>
            </a:r>
            <a:r>
              <a:rPr b="0" lang="en-US" sz="2000" spc="-1" strike="noStrike">
                <a:latin typeface="Open Sans"/>
              </a:rPr>
              <a:t>d</a:t>
            </a:r>
            <a:r>
              <a:rPr b="0" lang="en-US" sz="2000" spc="-1" strike="noStrike">
                <a:latin typeface="Open Sans"/>
              </a:rPr>
              <a:t>i</a:t>
            </a:r>
            <a:r>
              <a:rPr b="0" lang="en-US" sz="2000" spc="-1" strike="noStrike">
                <a:latin typeface="Open Sans"/>
              </a:rPr>
              <a:t>n</a:t>
            </a:r>
            <a:r>
              <a:rPr b="0" lang="en-US" sz="2000" spc="-1" strike="noStrike">
                <a:latin typeface="Open Sans"/>
              </a:rPr>
              <a:t>g</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S</a:t>
            </a:r>
            <a:r>
              <a:rPr b="0" lang="en-US" sz="2000" spc="-1" strike="noStrike">
                <a:latin typeface="Open Sans"/>
              </a:rPr>
              <a:t>o</a:t>
            </a:r>
            <a:r>
              <a:rPr b="0" lang="en-US" sz="2000" spc="-1" strike="noStrike">
                <a:latin typeface="Open Sans"/>
              </a:rPr>
              <a:t>,</a:t>
            </a:r>
            <a:r>
              <a:rPr b="0" lang="en-US" sz="2000" spc="-1" strike="noStrike">
                <a:latin typeface="Open Sans"/>
              </a:rPr>
              <a:t> </a:t>
            </a:r>
            <a:r>
              <a:rPr b="0" lang="en-US" sz="2000" spc="-1" strike="noStrike">
                <a:latin typeface="Open Sans"/>
              </a:rPr>
              <a:t>w</a:t>
            </a:r>
            <a:r>
              <a:rPr b="0" lang="en-US" sz="2000" spc="-1" strike="noStrike">
                <a:latin typeface="Open Sans"/>
              </a:rPr>
              <a:t>h</a:t>
            </a:r>
            <a:r>
              <a:rPr b="0" lang="en-US" sz="2000" spc="-1" strike="noStrike">
                <a:latin typeface="Open Sans"/>
              </a:rPr>
              <a:t>e</a:t>
            </a:r>
            <a:r>
              <a:rPr b="0" lang="en-US" sz="2000" spc="-1" strike="noStrike">
                <a:latin typeface="Open Sans"/>
              </a:rPr>
              <a:t>n</a:t>
            </a:r>
            <a:r>
              <a:rPr b="0" lang="en-US" sz="2000" spc="-1" strike="noStrike">
                <a:latin typeface="Open Sans"/>
              </a:rPr>
              <a:t> </a:t>
            </a:r>
            <a:r>
              <a:rPr b="0" lang="en-US" sz="2000" spc="-1" strike="noStrike">
                <a:latin typeface="Open Sans"/>
              </a:rPr>
              <a:t>u</a:t>
            </a:r>
            <a:r>
              <a:rPr b="0" lang="en-US" sz="2000" spc="-1" strike="noStrike">
                <a:latin typeface="Open Sans"/>
              </a:rPr>
              <a:t>s</a:t>
            </a:r>
            <a:r>
              <a:rPr b="0" lang="en-US" sz="2000" spc="-1" strike="noStrike">
                <a:latin typeface="Open Sans"/>
              </a:rPr>
              <a:t>e</a:t>
            </a:r>
            <a:r>
              <a:rPr b="0" lang="en-US" sz="2000" spc="-1" strike="noStrike">
                <a:latin typeface="Open Sans"/>
              </a:rPr>
              <a:t>d</a:t>
            </a:r>
            <a:r>
              <a:rPr b="0" lang="en-US" sz="2000" spc="-1" strike="noStrike">
                <a:latin typeface="Open Sans"/>
              </a:rPr>
              <a:t> </a:t>
            </a:r>
            <a:r>
              <a:rPr b="0" lang="en-US" sz="2000" spc="-1" strike="noStrike">
                <a:latin typeface="Open Sans"/>
              </a:rPr>
              <a:t>i</a:t>
            </a:r>
            <a:r>
              <a:rPr b="0" lang="en-US" sz="2000" spc="-1" strike="noStrike">
                <a:latin typeface="Open Sans"/>
              </a:rPr>
              <a:t>n</a:t>
            </a:r>
            <a:r>
              <a:rPr b="0" lang="en-US" sz="2000" spc="-1" strike="noStrike">
                <a:latin typeface="Open Sans"/>
              </a:rPr>
              <a:t> </a:t>
            </a:r>
            <a:r>
              <a:rPr b="0" lang="en-US" sz="2000" spc="-1" strike="noStrike">
                <a:latin typeface="Open Sans"/>
              </a:rPr>
              <a:t>a</a:t>
            </a:r>
            <a:r>
              <a:rPr b="0" lang="en-US" sz="2000" spc="-1" strike="noStrike">
                <a:latin typeface="Open Sans"/>
              </a:rPr>
              <a:t> </a:t>
            </a:r>
            <a:r>
              <a:rPr b="0" lang="en-US" sz="2000" spc="-1" strike="noStrike">
                <a:latin typeface="Open Sans"/>
              </a:rPr>
              <a:t>f</a:t>
            </a:r>
            <a:r>
              <a:rPr b="0" lang="en-US" sz="2000" spc="-1" strike="noStrike">
                <a:latin typeface="Open Sans"/>
              </a:rPr>
              <a:t>u</a:t>
            </a:r>
            <a:r>
              <a:rPr b="0" lang="en-US" sz="2000" spc="-1" strike="noStrike">
                <a:latin typeface="Open Sans"/>
              </a:rPr>
              <a:t>n</a:t>
            </a:r>
            <a:r>
              <a:rPr b="0" lang="en-US" sz="2000" spc="-1" strike="noStrike">
                <a:latin typeface="Open Sans"/>
              </a:rPr>
              <a:t>c</a:t>
            </a:r>
            <a:r>
              <a:rPr b="0" lang="en-US" sz="2000" spc="-1" strike="noStrike">
                <a:latin typeface="Open Sans"/>
              </a:rPr>
              <a:t>t</a:t>
            </a:r>
            <a:r>
              <a:rPr b="0" lang="en-US" sz="2000" spc="-1" strike="noStrike">
                <a:latin typeface="Open Sans"/>
              </a:rPr>
              <a:t>i</a:t>
            </a:r>
            <a:r>
              <a:rPr b="0" lang="en-US" sz="2000" spc="-1" strike="noStrike">
                <a:latin typeface="Open Sans"/>
              </a:rPr>
              <a:t>o</a:t>
            </a:r>
            <a:r>
              <a:rPr b="0" lang="en-US" sz="2000" spc="-1" strike="noStrike">
                <a:latin typeface="Open Sans"/>
              </a:rPr>
              <a:t>n</a:t>
            </a:r>
            <a:r>
              <a:rPr b="0" lang="en-US" sz="2000" spc="-1" strike="noStrike">
                <a:latin typeface="Open Sans"/>
              </a:rPr>
              <a:t>,</a:t>
            </a:r>
            <a:r>
              <a:rPr b="0" lang="en-US" sz="2000" spc="-1" strike="noStrike">
                <a:latin typeface="Open Sans"/>
              </a:rPr>
              <a:t> </a:t>
            </a:r>
            <a:r>
              <a:rPr b="0" lang="en-US" sz="2000" spc="-1" strike="noStrike">
                <a:latin typeface="Open Sans"/>
              </a:rPr>
              <a:t>i</a:t>
            </a:r>
            <a:r>
              <a:rPr b="0" lang="en-US" sz="2000" spc="-1" strike="noStrike">
                <a:latin typeface="Open Sans"/>
              </a:rPr>
              <a:t>n</a:t>
            </a:r>
            <a:r>
              <a:rPr b="0" lang="en-US" sz="2000" spc="-1" strike="noStrike">
                <a:latin typeface="Open Sans"/>
              </a:rPr>
              <a:t> </a:t>
            </a:r>
            <a:r>
              <a:rPr b="0" lang="en-US" sz="2000" spc="-1" strike="noStrike">
                <a:latin typeface="Open Sans"/>
              </a:rPr>
              <a:t>s</a:t>
            </a:r>
            <a:r>
              <a:rPr b="0" lang="en-US" sz="2000" spc="-1" strike="noStrike">
                <a:latin typeface="Open Sans"/>
              </a:rPr>
              <a:t>t</a:t>
            </a:r>
            <a:r>
              <a:rPr b="0" lang="en-US" sz="2000" spc="-1" strike="noStrike">
                <a:latin typeface="Open Sans"/>
              </a:rPr>
              <a:t>r</a:t>
            </a:r>
            <a:r>
              <a:rPr b="0" lang="en-US" sz="2000" spc="-1" strike="noStrike">
                <a:latin typeface="Open Sans"/>
              </a:rPr>
              <a:t>i</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m</a:t>
            </a:r>
            <a:r>
              <a:rPr b="0" lang="en-US" sz="2000" spc="-1" strike="noStrike">
                <a:latin typeface="Open Sans"/>
              </a:rPr>
              <a:t>o</a:t>
            </a:r>
            <a:r>
              <a:rPr b="0" lang="en-US" sz="2000" spc="-1" strike="noStrike">
                <a:latin typeface="Open Sans"/>
              </a:rPr>
              <a:t>d</a:t>
            </a:r>
            <a:r>
              <a:rPr b="0" lang="en-US" sz="2000" spc="-1" strike="noStrike">
                <a:latin typeface="Open Sans"/>
              </a:rPr>
              <a:t>e</a:t>
            </a:r>
            <a:r>
              <a:rPr b="0" lang="en-US" sz="2000" spc="-1" strike="noStrike">
                <a:latin typeface="Open Sans"/>
              </a:rPr>
              <a:t>,</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u</a:t>
            </a:r>
            <a:r>
              <a:rPr b="0" lang="en-US" sz="2000" spc="-1" strike="noStrike">
                <a:latin typeface="Open Sans"/>
              </a:rPr>
              <a:t>n</a:t>
            </a:r>
            <a:r>
              <a:rPr b="0" lang="en-US" sz="2000" spc="-1" strike="noStrike">
                <a:latin typeface="Open Sans"/>
              </a:rPr>
              <a:t>d</a:t>
            </a:r>
            <a:r>
              <a:rPr b="0" lang="en-US" sz="2000" spc="-1" strike="noStrike">
                <a:latin typeface="Open Sans"/>
              </a:rPr>
              <a:t>e</a:t>
            </a:r>
            <a:r>
              <a:rPr b="0" lang="en-US" sz="2000" spc="-1" strike="noStrike">
                <a:latin typeface="Open Sans"/>
              </a:rPr>
              <a:t>f</a:t>
            </a:r>
            <a:r>
              <a:rPr b="0" lang="en-US" sz="2000" spc="-1" strike="noStrike">
                <a:latin typeface="Open Sans"/>
              </a:rPr>
              <a:t>i</a:t>
            </a:r>
            <a:r>
              <a:rPr b="0" lang="en-US" sz="2000" spc="-1" strike="noStrike">
                <a:latin typeface="Open Sans"/>
              </a:rPr>
              <a:t>n</a:t>
            </a:r>
            <a:r>
              <a:rPr b="0" lang="en-US" sz="2000" spc="-1" strike="noStrike">
                <a:latin typeface="Open Sans"/>
              </a:rPr>
              <a:t>e</a:t>
            </a:r>
            <a:r>
              <a:rPr b="0" lang="en-US" sz="2000" spc="-1" strike="noStrike">
                <a:latin typeface="Open Sans"/>
              </a:rPr>
              <a:t>d</a:t>
            </a:r>
            <a:r>
              <a:rPr b="0" lang="en-US" sz="2000" spc="-1" strike="noStrike">
                <a:latin typeface="Open Sans"/>
              </a:rPr>
              <a:t>.</a:t>
            </a:r>
            <a:endParaRPr b="0" lang="en-US" sz="2000" spc="-1" strike="noStrike">
              <a:latin typeface="Arial"/>
            </a:endParaRPr>
          </a:p>
        </p:txBody>
      </p:sp>
      <p:pic>
        <p:nvPicPr>
          <p:cNvPr id="197" name="" descr=""/>
          <p:cNvPicPr/>
          <p:nvPr/>
        </p:nvPicPr>
        <p:blipFill>
          <a:blip r:embed="rId1"/>
          <a:stretch/>
        </p:blipFill>
        <p:spPr>
          <a:xfrm>
            <a:off x="554760" y="2823480"/>
            <a:ext cx="3258720" cy="1007280"/>
          </a:xfrm>
          <a:prstGeom prst="rect">
            <a:avLst/>
          </a:prstGeom>
          <a:ln>
            <a:noFill/>
          </a:ln>
        </p:spPr>
      </p:pic>
      <p:pic>
        <p:nvPicPr>
          <p:cNvPr id="198" name="" descr=""/>
          <p:cNvPicPr/>
          <p:nvPr/>
        </p:nvPicPr>
        <p:blipFill>
          <a:blip r:embed="rId2"/>
          <a:stretch/>
        </p:blipFill>
        <p:spPr>
          <a:xfrm>
            <a:off x="615600" y="5029200"/>
            <a:ext cx="3133440" cy="1357920"/>
          </a:xfrm>
          <a:prstGeom prst="rect">
            <a:avLst/>
          </a:prstGeom>
          <a:ln>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00" name="CustomShape 2"/>
          <p:cNvSpPr/>
          <p:nvPr/>
        </p:nvSpPr>
        <p:spPr>
          <a:xfrm>
            <a:off x="365760" y="182880"/>
            <a:ext cx="11063880" cy="5778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latin typeface="Open Sans"/>
              </a:rPr>
              <a:t>this</a:t>
            </a:r>
            <a:r>
              <a:rPr b="0" lang="en-US" sz="3200" spc="-1" strike="noStrike">
                <a:latin typeface="Open Sans"/>
              </a:rPr>
              <a:t> in Event Handlers</a:t>
            </a:r>
            <a:endParaRPr b="0" lang="en-US" sz="3200" spc="-1" strike="noStrike">
              <a:latin typeface="Arial"/>
            </a:endParaRPr>
          </a:p>
        </p:txBody>
      </p:sp>
      <p:sp>
        <p:nvSpPr>
          <p:cNvPr id="201" name="CustomShape 3"/>
          <p:cNvSpPr/>
          <p:nvPr/>
        </p:nvSpPr>
        <p:spPr>
          <a:xfrm>
            <a:off x="457200" y="1371600"/>
            <a:ext cx="9692280" cy="13089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In HTML event handlers, </a:t>
            </a:r>
            <a:r>
              <a:rPr b="0" lang="en-US" sz="2000" spc="-1" strike="noStrike">
                <a:latin typeface="Open Sans"/>
              </a:rPr>
              <a:t>this</a:t>
            </a:r>
            <a:r>
              <a:rPr b="0" lang="en-US" sz="2000" spc="-1" strike="noStrike">
                <a:latin typeface="Open Sans"/>
              </a:rPr>
              <a:t> refers to the HTML element that received the event:</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202" name="" descr=""/>
          <p:cNvPicPr/>
          <p:nvPr/>
        </p:nvPicPr>
        <p:blipFill>
          <a:blip r:embed="rId1"/>
          <a:stretch/>
        </p:blipFill>
        <p:spPr>
          <a:xfrm>
            <a:off x="545040" y="2194560"/>
            <a:ext cx="6302520" cy="1097280"/>
          </a:xfrm>
          <a:prstGeom prst="rect">
            <a:avLst/>
          </a:prstGeom>
          <a:ln>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04" name="CustomShape 2"/>
          <p:cNvSpPr/>
          <p:nvPr/>
        </p:nvSpPr>
        <p:spPr>
          <a:xfrm>
            <a:off x="365760" y="182880"/>
            <a:ext cx="11063880" cy="577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Explicit Function Binding</a:t>
            </a:r>
            <a:endParaRPr b="0" lang="en-US" sz="3200" spc="-1" strike="noStrike">
              <a:latin typeface="Arial"/>
            </a:endParaRPr>
          </a:p>
        </p:txBody>
      </p:sp>
      <p:sp>
        <p:nvSpPr>
          <p:cNvPr id="205" name="CustomShape 3"/>
          <p:cNvSpPr/>
          <p:nvPr/>
        </p:nvSpPr>
        <p:spPr>
          <a:xfrm>
            <a:off x="457200" y="1371600"/>
            <a:ext cx="9692280" cy="252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c</a:t>
            </a:r>
            <a:r>
              <a:rPr b="0" lang="en-US" sz="2000" spc="-1" strike="noStrike">
                <a:latin typeface="Open Sans"/>
              </a:rPr>
              <a:t>a</a:t>
            </a:r>
            <a:r>
              <a:rPr b="0" lang="en-US" sz="2000" spc="-1" strike="noStrike">
                <a:latin typeface="Open Sans"/>
              </a:rPr>
              <a:t>l</a:t>
            </a:r>
            <a:r>
              <a:rPr b="0" lang="en-US" sz="2000" spc="-1" strike="noStrike">
                <a:latin typeface="Open Sans"/>
              </a:rPr>
              <a:t>l</a:t>
            </a:r>
            <a:r>
              <a:rPr b="0" lang="en-US" sz="2000" spc="-1" strike="noStrike">
                <a:latin typeface="Open Sans"/>
              </a:rPr>
              <a:t>(</a:t>
            </a:r>
            <a:r>
              <a:rPr b="0" lang="en-US" sz="2000" spc="-1" strike="noStrike">
                <a:latin typeface="Open Sans"/>
              </a:rPr>
              <a:t>)</a:t>
            </a:r>
            <a:r>
              <a:rPr b="0" lang="en-US" sz="2000" spc="-1" strike="noStrike">
                <a:latin typeface="Open Sans"/>
              </a:rPr>
              <a:t> </a:t>
            </a:r>
            <a:r>
              <a:rPr b="0" lang="en-US" sz="2000" spc="-1" strike="noStrike">
                <a:latin typeface="Open Sans"/>
              </a:rPr>
              <a:t>a</a:t>
            </a:r>
            <a:r>
              <a:rPr b="0" lang="en-US" sz="2000" spc="-1" strike="noStrike">
                <a:latin typeface="Open Sans"/>
              </a:rPr>
              <a:t>n</a:t>
            </a:r>
            <a:r>
              <a:rPr b="0" lang="en-US" sz="2000" spc="-1" strike="noStrike">
                <a:latin typeface="Open Sans"/>
              </a:rPr>
              <a:t>d</a:t>
            </a:r>
            <a:r>
              <a:rPr b="0" lang="en-US" sz="2000" spc="-1" strike="noStrike">
                <a:latin typeface="Open Sans"/>
              </a:rPr>
              <a:t> </a:t>
            </a:r>
            <a:r>
              <a:rPr b="0" lang="en-US" sz="2000" spc="-1" strike="noStrike">
                <a:latin typeface="Open Sans"/>
              </a:rPr>
              <a:t>a</a:t>
            </a:r>
            <a:r>
              <a:rPr b="0" lang="en-US" sz="2000" spc="-1" strike="noStrike">
                <a:latin typeface="Open Sans"/>
              </a:rPr>
              <a:t>p</a:t>
            </a:r>
            <a:r>
              <a:rPr b="0" lang="en-US" sz="2000" spc="-1" strike="noStrike">
                <a:latin typeface="Open Sans"/>
              </a:rPr>
              <a:t>p</a:t>
            </a:r>
            <a:r>
              <a:rPr b="0" lang="en-US" sz="2000" spc="-1" strike="noStrike">
                <a:latin typeface="Open Sans"/>
              </a:rPr>
              <a:t>l</a:t>
            </a:r>
            <a:r>
              <a:rPr b="0" lang="en-US" sz="2000" spc="-1" strike="noStrike">
                <a:latin typeface="Open Sans"/>
              </a:rPr>
              <a:t>y</a:t>
            </a:r>
            <a:r>
              <a:rPr b="0" lang="en-US" sz="2000" spc="-1" strike="noStrike">
                <a:latin typeface="Open Sans"/>
              </a:rPr>
              <a:t>(</a:t>
            </a:r>
            <a:r>
              <a:rPr b="0" lang="en-US" sz="2000" spc="-1" strike="noStrike">
                <a:latin typeface="Open Sans"/>
              </a:rPr>
              <a:t>)</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t</a:t>
            </a:r>
            <a:r>
              <a:rPr b="0" lang="en-US" sz="2000" spc="-1" strike="noStrike">
                <a:latin typeface="Open Sans"/>
              </a:rPr>
              <a:t>h</a:t>
            </a:r>
            <a:r>
              <a:rPr b="0" lang="en-US" sz="2000" spc="-1" strike="noStrike">
                <a:latin typeface="Open Sans"/>
              </a:rPr>
              <a:t>o</a:t>
            </a:r>
            <a:r>
              <a:rPr b="0" lang="en-US" sz="2000" spc="-1" strike="noStrike">
                <a:latin typeface="Open Sans"/>
              </a:rPr>
              <a:t>d</a:t>
            </a:r>
            <a:r>
              <a:rPr b="0" lang="en-US" sz="2000" spc="-1" strike="noStrike">
                <a:latin typeface="Open Sans"/>
              </a:rPr>
              <a:t>s</a:t>
            </a:r>
            <a:r>
              <a:rPr b="0" lang="en-US" sz="2000" spc="-1" strike="noStrike">
                <a:latin typeface="Open Sans"/>
              </a:rPr>
              <a:t> </a:t>
            </a:r>
            <a:r>
              <a:rPr b="0" lang="en-US" sz="2000" spc="-1" strike="noStrike">
                <a:latin typeface="Open Sans"/>
              </a:rPr>
              <a:t>a</a:t>
            </a:r>
            <a:r>
              <a:rPr b="0" lang="en-US" sz="2000" spc="-1" strike="noStrike">
                <a:latin typeface="Open Sans"/>
              </a:rPr>
              <a:t>r</a:t>
            </a:r>
            <a:r>
              <a:rPr b="0" lang="en-US" sz="2000" spc="-1" strike="noStrike">
                <a:latin typeface="Open Sans"/>
              </a:rPr>
              <a:t>e</a:t>
            </a:r>
            <a:r>
              <a:rPr b="0" lang="en-US" sz="2000" spc="-1" strike="noStrike">
                <a:latin typeface="Open Sans"/>
              </a:rPr>
              <a:t> </a:t>
            </a:r>
            <a:r>
              <a:rPr b="0" lang="en-US" sz="2000" spc="-1" strike="noStrike">
                <a:latin typeface="Open Sans"/>
              </a:rPr>
              <a:t>p</a:t>
            </a:r>
            <a:r>
              <a:rPr b="0" lang="en-US" sz="2000" spc="-1" strike="noStrike">
                <a:latin typeface="Open Sans"/>
              </a:rPr>
              <a:t>r</a:t>
            </a:r>
            <a:r>
              <a:rPr b="0" lang="en-US" sz="2000" spc="-1" strike="noStrike">
                <a:latin typeface="Open Sans"/>
              </a:rPr>
              <a:t>e</a:t>
            </a:r>
            <a:r>
              <a:rPr b="0" lang="en-US" sz="2000" spc="-1" strike="noStrike">
                <a:latin typeface="Open Sans"/>
              </a:rPr>
              <a:t>d</a:t>
            </a:r>
            <a:r>
              <a:rPr b="0" lang="en-US" sz="2000" spc="-1" strike="noStrike">
                <a:latin typeface="Open Sans"/>
              </a:rPr>
              <a:t>e</a:t>
            </a:r>
            <a:r>
              <a:rPr b="0" lang="en-US" sz="2000" spc="-1" strike="noStrike">
                <a:latin typeface="Open Sans"/>
              </a:rPr>
              <a:t>f</a:t>
            </a:r>
            <a:r>
              <a:rPr b="0" lang="en-US" sz="2000" spc="-1" strike="noStrike">
                <a:latin typeface="Open Sans"/>
              </a:rPr>
              <a:t>i</a:t>
            </a:r>
            <a:r>
              <a:rPr b="0" lang="en-US" sz="2000" spc="-1" strike="noStrike">
                <a:latin typeface="Open Sans"/>
              </a:rPr>
              <a:t>n</a:t>
            </a:r>
            <a:r>
              <a:rPr b="0" lang="en-US" sz="2000" spc="-1" strike="noStrike">
                <a:latin typeface="Open Sans"/>
              </a:rPr>
              <a:t>e</a:t>
            </a:r>
            <a:r>
              <a:rPr b="0" lang="en-US" sz="2000" spc="-1" strike="noStrike">
                <a:latin typeface="Open Sans"/>
              </a:rPr>
              <a:t>d</a:t>
            </a:r>
            <a:r>
              <a:rPr b="0" lang="en-US" sz="2000" spc="-1" strike="noStrike">
                <a:latin typeface="Open Sans"/>
              </a:rPr>
              <a:t> </a:t>
            </a:r>
            <a:r>
              <a:rPr b="0" lang="en-US" sz="2000" spc="-1" strike="noStrike">
                <a:latin typeface="Open Sans"/>
              </a:rPr>
              <a:t>J</a:t>
            </a:r>
            <a:r>
              <a:rPr b="0" lang="en-US" sz="2000" spc="-1" strike="noStrike">
                <a:latin typeface="Open Sans"/>
              </a:rPr>
              <a:t>a</a:t>
            </a:r>
            <a:r>
              <a:rPr b="0" lang="en-US" sz="2000" spc="-1" strike="noStrike">
                <a:latin typeface="Open Sans"/>
              </a:rPr>
              <a:t>v</a:t>
            </a:r>
            <a:r>
              <a:rPr b="0" lang="en-US" sz="2000" spc="-1" strike="noStrike">
                <a:latin typeface="Open Sans"/>
              </a:rPr>
              <a:t>a</a:t>
            </a:r>
            <a:r>
              <a:rPr b="0" lang="en-US" sz="2000" spc="-1" strike="noStrike">
                <a:latin typeface="Open Sans"/>
              </a:rPr>
              <a:t>S</a:t>
            </a:r>
            <a:r>
              <a:rPr b="0" lang="en-US" sz="2000" spc="-1" strike="noStrike">
                <a:latin typeface="Open Sans"/>
              </a:rPr>
              <a:t>c</a:t>
            </a:r>
            <a:r>
              <a:rPr b="0" lang="en-US" sz="2000" spc="-1" strike="noStrike">
                <a:latin typeface="Open Sans"/>
              </a:rPr>
              <a:t>r</a:t>
            </a:r>
            <a:r>
              <a:rPr b="0" lang="en-US" sz="2000" spc="-1" strike="noStrike">
                <a:latin typeface="Open Sans"/>
              </a:rPr>
              <a:t>i</a:t>
            </a:r>
            <a:r>
              <a:rPr b="0" lang="en-US" sz="2000" spc="-1" strike="noStrike">
                <a:latin typeface="Open Sans"/>
              </a:rPr>
              <a:t>p</a:t>
            </a:r>
            <a:r>
              <a:rPr b="0" lang="en-US" sz="2000" spc="-1" strike="noStrike">
                <a:latin typeface="Open Sans"/>
              </a:rPr>
              <a:t>t</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t</a:t>
            </a:r>
            <a:r>
              <a:rPr b="0" lang="en-US" sz="2000" spc="-1" strike="noStrike">
                <a:latin typeface="Open Sans"/>
              </a:rPr>
              <a:t>h</a:t>
            </a:r>
            <a:r>
              <a:rPr b="0" lang="en-US" sz="2000" spc="-1" strike="noStrike">
                <a:latin typeface="Open Sans"/>
              </a:rPr>
              <a:t>o</a:t>
            </a:r>
            <a:r>
              <a:rPr b="0" lang="en-US" sz="2000" spc="-1" strike="noStrike">
                <a:latin typeface="Open Sans"/>
              </a:rPr>
              <a:t>d</a:t>
            </a:r>
            <a:r>
              <a:rPr b="0" lang="en-US" sz="2000" spc="-1" strike="noStrike">
                <a:latin typeface="Open Sans"/>
              </a:rPr>
              <a:t>s</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I</a:t>
            </a:r>
            <a:r>
              <a:rPr b="0" lang="en-US" sz="2000" spc="-1" strike="noStrike">
                <a:latin typeface="Open Sans"/>
              </a:rPr>
              <a:t>n</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e</a:t>
            </a:r>
            <a:r>
              <a:rPr b="0" lang="en-US" sz="2000" spc="-1" strike="noStrike">
                <a:latin typeface="Open Sans"/>
              </a:rPr>
              <a:t>x</a:t>
            </a:r>
            <a:r>
              <a:rPr b="0" lang="en-US" sz="2000" spc="-1" strike="noStrike">
                <a:latin typeface="Open Sans"/>
              </a:rPr>
              <a:t>a</a:t>
            </a:r>
            <a:r>
              <a:rPr b="0" lang="en-US" sz="2000" spc="-1" strike="noStrike">
                <a:latin typeface="Open Sans"/>
              </a:rPr>
              <a:t>m</a:t>
            </a:r>
            <a:r>
              <a:rPr b="0" lang="en-US" sz="2000" spc="-1" strike="noStrike">
                <a:latin typeface="Open Sans"/>
              </a:rPr>
              <a:t>p</a:t>
            </a:r>
            <a:r>
              <a:rPr b="0" lang="en-US" sz="2000" spc="-1" strike="noStrike">
                <a:latin typeface="Open Sans"/>
              </a:rPr>
              <a:t>l</a:t>
            </a:r>
            <a:r>
              <a:rPr b="0" lang="en-US" sz="2000" spc="-1" strike="noStrike">
                <a:latin typeface="Open Sans"/>
              </a:rPr>
              <a:t>e</a:t>
            </a:r>
            <a:r>
              <a:rPr b="0" lang="en-US" sz="2000" spc="-1" strike="noStrike">
                <a:latin typeface="Open Sans"/>
              </a:rPr>
              <a:t> </a:t>
            </a:r>
            <a:r>
              <a:rPr b="0" lang="en-US" sz="2000" spc="-1" strike="noStrike">
                <a:latin typeface="Open Sans"/>
              </a:rPr>
              <a:t>b</a:t>
            </a:r>
            <a:r>
              <a:rPr b="0" lang="en-US" sz="2000" spc="-1" strike="noStrike">
                <a:latin typeface="Open Sans"/>
              </a:rPr>
              <a:t>e</a:t>
            </a:r>
            <a:r>
              <a:rPr b="0" lang="en-US" sz="2000" spc="-1" strike="noStrike">
                <a:latin typeface="Open Sans"/>
              </a:rPr>
              <a:t>l</a:t>
            </a:r>
            <a:r>
              <a:rPr b="0" lang="en-US" sz="2000" spc="-1" strike="noStrike">
                <a:latin typeface="Open Sans"/>
              </a:rPr>
              <a:t>o</a:t>
            </a:r>
            <a:r>
              <a:rPr b="0" lang="en-US" sz="2000" spc="-1" strike="noStrike">
                <a:latin typeface="Open Sans"/>
              </a:rPr>
              <a:t>w</a:t>
            </a:r>
            <a:r>
              <a:rPr b="0" lang="en-US" sz="2000" spc="-1" strike="noStrike">
                <a:latin typeface="Open Sans"/>
              </a:rPr>
              <a:t>,</a:t>
            </a:r>
            <a:r>
              <a:rPr b="0" lang="en-US" sz="2000" spc="-1" strike="noStrike">
                <a:latin typeface="Open Sans"/>
              </a:rPr>
              <a:t> </a:t>
            </a:r>
            <a:r>
              <a:rPr b="0" lang="en-US" sz="2000" spc="-1" strike="noStrike">
                <a:latin typeface="Open Sans"/>
              </a:rPr>
              <a:t>w</a:t>
            </a:r>
            <a:r>
              <a:rPr b="0" lang="en-US" sz="2000" spc="-1" strike="noStrike">
                <a:latin typeface="Open Sans"/>
              </a:rPr>
              <a:t>h</a:t>
            </a:r>
            <a:r>
              <a:rPr b="0" lang="en-US" sz="2000" spc="-1" strike="noStrike">
                <a:latin typeface="Open Sans"/>
              </a:rPr>
              <a:t>e</a:t>
            </a:r>
            <a:r>
              <a:rPr b="0" lang="en-US" sz="2000" spc="-1" strike="noStrike">
                <a:latin typeface="Open Sans"/>
              </a:rPr>
              <a:t>n</a:t>
            </a:r>
            <a:r>
              <a:rPr b="0" lang="en-US" sz="2000" spc="-1" strike="noStrike">
                <a:latin typeface="Open Sans"/>
              </a:rPr>
              <a:t> </a:t>
            </a:r>
            <a:r>
              <a:rPr b="0" lang="en-US" sz="2000" spc="-1" strike="noStrike">
                <a:latin typeface="Open Sans"/>
              </a:rPr>
              <a:t>c</a:t>
            </a:r>
            <a:r>
              <a:rPr b="0" lang="en-US" sz="2000" spc="-1" strike="noStrike">
                <a:latin typeface="Open Sans"/>
              </a:rPr>
              <a:t>a</a:t>
            </a:r>
            <a:r>
              <a:rPr b="0" lang="en-US" sz="2000" spc="-1" strike="noStrike">
                <a:latin typeface="Open Sans"/>
              </a:rPr>
              <a:t>l</a:t>
            </a:r>
            <a:r>
              <a:rPr b="0" lang="en-US" sz="2000" spc="-1" strike="noStrike">
                <a:latin typeface="Open Sans"/>
              </a:rPr>
              <a:t>l</a:t>
            </a:r>
            <a:r>
              <a:rPr b="0" lang="en-US" sz="2000" spc="-1" strike="noStrike">
                <a:latin typeface="Open Sans"/>
              </a:rPr>
              <a:t>i</a:t>
            </a:r>
            <a:r>
              <a:rPr b="0" lang="en-US" sz="2000" spc="-1" strike="noStrike">
                <a:latin typeface="Open Sans"/>
              </a:rPr>
              <a:t>n</a:t>
            </a:r>
            <a:r>
              <a:rPr b="0" lang="en-US" sz="2000" spc="-1" strike="noStrike">
                <a:latin typeface="Open Sans"/>
              </a:rPr>
              <a:t>g</a:t>
            </a:r>
            <a:r>
              <a:rPr b="0" lang="en-US" sz="2000" spc="-1" strike="noStrike">
                <a:latin typeface="Open Sans"/>
              </a:rPr>
              <a:t> </a:t>
            </a:r>
            <a:r>
              <a:rPr b="0" lang="en-US" sz="2000" spc="-1" strike="noStrike">
                <a:latin typeface="Open Sans"/>
              </a:rPr>
              <a:t>p</a:t>
            </a:r>
            <a:r>
              <a:rPr b="0" lang="en-US" sz="2000" spc="-1" strike="noStrike">
                <a:latin typeface="Open Sans"/>
              </a:rPr>
              <a:t>e</a:t>
            </a:r>
            <a:r>
              <a:rPr b="0" lang="en-US" sz="2000" spc="-1" strike="noStrike">
                <a:latin typeface="Open Sans"/>
              </a:rPr>
              <a:t>r</a:t>
            </a:r>
            <a:r>
              <a:rPr b="0" lang="en-US" sz="2000" spc="-1" strike="noStrike">
                <a:latin typeface="Open Sans"/>
              </a:rPr>
              <a:t>s</a:t>
            </a:r>
            <a:r>
              <a:rPr b="0" lang="en-US" sz="2000" spc="-1" strike="noStrike">
                <a:latin typeface="Open Sans"/>
              </a:rPr>
              <a:t>o</a:t>
            </a:r>
            <a:r>
              <a:rPr b="0" lang="en-US" sz="2000" spc="-1" strike="noStrike">
                <a:latin typeface="Open Sans"/>
              </a:rPr>
              <a:t>n</a:t>
            </a:r>
            <a:r>
              <a:rPr b="0" lang="en-US" sz="2000" spc="-1" strike="noStrike">
                <a:latin typeface="Open Sans"/>
              </a:rPr>
              <a:t>1</a:t>
            </a:r>
            <a:r>
              <a:rPr b="0" lang="en-US" sz="2000" spc="-1" strike="noStrike">
                <a:latin typeface="Open Sans"/>
              </a:rPr>
              <a:t>.</a:t>
            </a:r>
            <a:r>
              <a:rPr b="0" lang="en-US" sz="2000" spc="-1" strike="noStrike">
                <a:latin typeface="Open Sans"/>
              </a:rPr>
              <a:t>f</a:t>
            </a:r>
            <a:r>
              <a:rPr b="0" lang="en-US" sz="2000" spc="-1" strike="noStrike">
                <a:latin typeface="Open Sans"/>
              </a:rPr>
              <a:t>u</a:t>
            </a:r>
            <a:r>
              <a:rPr b="0" lang="en-US" sz="2000" spc="-1" strike="noStrike">
                <a:latin typeface="Open Sans"/>
              </a:rPr>
              <a:t>l</a:t>
            </a:r>
            <a:r>
              <a:rPr b="0" lang="en-US" sz="2000" spc="-1" strike="noStrike">
                <a:latin typeface="Open Sans"/>
              </a:rPr>
              <a:t>l</a:t>
            </a:r>
            <a:r>
              <a:rPr b="0" lang="en-US" sz="2000" spc="-1" strike="noStrike">
                <a:latin typeface="Open Sans"/>
              </a:rPr>
              <a:t>N</a:t>
            </a:r>
            <a:r>
              <a:rPr b="0" lang="en-US" sz="2000" spc="-1" strike="noStrike">
                <a:latin typeface="Open Sans"/>
              </a:rPr>
              <a:t>a</a:t>
            </a:r>
            <a:r>
              <a:rPr b="0" lang="en-US" sz="2000" spc="-1" strike="noStrike">
                <a:latin typeface="Open Sans"/>
              </a:rPr>
              <a:t>m</a:t>
            </a:r>
            <a:r>
              <a:rPr b="0" lang="en-US" sz="2000" spc="-1" strike="noStrike">
                <a:latin typeface="Open Sans"/>
              </a:rPr>
              <a:t>e</a:t>
            </a:r>
            <a:r>
              <a:rPr b="0" lang="en-US" sz="2000" spc="-1" strike="noStrike">
                <a:latin typeface="Open Sans"/>
              </a:rPr>
              <a:t> </a:t>
            </a:r>
            <a:r>
              <a:rPr b="0" lang="en-US" sz="2000" spc="-1" strike="noStrike">
                <a:latin typeface="Open Sans"/>
              </a:rPr>
              <a:t>w</a:t>
            </a:r>
            <a:r>
              <a:rPr b="0" lang="en-US" sz="2000" spc="-1" strike="noStrike">
                <a:latin typeface="Open Sans"/>
              </a:rPr>
              <a:t>i</a:t>
            </a:r>
            <a:r>
              <a:rPr b="0" lang="en-US" sz="2000" spc="-1" strike="noStrike">
                <a:latin typeface="Open Sans"/>
              </a:rPr>
              <a:t>t</a:t>
            </a:r>
            <a:r>
              <a:rPr b="0" lang="en-US" sz="2000" spc="-1" strike="noStrike">
                <a:latin typeface="Open Sans"/>
              </a:rPr>
              <a:t>h</a:t>
            </a:r>
            <a:r>
              <a:rPr b="0" lang="en-US" sz="2000" spc="-1" strike="noStrike">
                <a:latin typeface="Open Sans"/>
              </a:rPr>
              <a:t> </a:t>
            </a:r>
            <a:r>
              <a:rPr b="0" lang="en-US" sz="2000" spc="-1" strike="noStrike">
                <a:latin typeface="Open Sans"/>
              </a:rPr>
              <a:t>p</a:t>
            </a:r>
            <a:r>
              <a:rPr b="0" lang="en-US" sz="2000" spc="-1" strike="noStrike">
                <a:latin typeface="Open Sans"/>
              </a:rPr>
              <a:t>e</a:t>
            </a:r>
            <a:r>
              <a:rPr b="0" lang="en-US" sz="2000" spc="-1" strike="noStrike">
                <a:latin typeface="Open Sans"/>
              </a:rPr>
              <a:t>r</a:t>
            </a:r>
            <a:r>
              <a:rPr b="0" lang="en-US" sz="2000" spc="-1" strike="noStrike">
                <a:latin typeface="Open Sans"/>
              </a:rPr>
              <a:t>s</a:t>
            </a:r>
            <a:r>
              <a:rPr b="0" lang="en-US" sz="2000" spc="-1" strike="noStrike">
                <a:latin typeface="Open Sans"/>
              </a:rPr>
              <a:t>o</a:t>
            </a:r>
            <a:r>
              <a:rPr b="0" lang="en-US" sz="2000" spc="-1" strike="noStrike">
                <a:latin typeface="Open Sans"/>
              </a:rPr>
              <a:t>n</a:t>
            </a:r>
            <a:r>
              <a:rPr b="0" lang="en-US" sz="2000" spc="-1" strike="noStrike">
                <a:latin typeface="Open Sans"/>
              </a:rPr>
              <a:t>2</a:t>
            </a:r>
            <a:r>
              <a:rPr b="0" lang="en-US" sz="2000" spc="-1" strike="noStrike">
                <a:latin typeface="Open Sans"/>
              </a:rPr>
              <a:t> </a:t>
            </a:r>
            <a:r>
              <a:rPr b="0" lang="en-US" sz="2000" spc="-1" strike="noStrike">
                <a:latin typeface="Open Sans"/>
              </a:rPr>
              <a:t>a</a:t>
            </a:r>
            <a:r>
              <a:rPr b="0" lang="en-US" sz="2000" spc="-1" strike="noStrike">
                <a:latin typeface="Open Sans"/>
              </a:rPr>
              <a:t>s</a:t>
            </a:r>
            <a:r>
              <a:rPr b="0" lang="en-US" sz="2000" spc="-1" strike="noStrike">
                <a:latin typeface="Open Sans"/>
              </a:rPr>
              <a:t> </a:t>
            </a:r>
            <a:r>
              <a:rPr b="0" lang="en-US" sz="2000" spc="-1" strike="noStrike">
                <a:latin typeface="Open Sans"/>
              </a:rPr>
              <a:t>a</a:t>
            </a:r>
            <a:r>
              <a:rPr b="0" lang="en-US" sz="2000" spc="-1" strike="noStrike">
                <a:latin typeface="Open Sans"/>
              </a:rPr>
              <a:t>r</a:t>
            </a:r>
            <a:r>
              <a:rPr b="0" lang="en-US" sz="2000" spc="-1" strike="noStrike">
                <a:latin typeface="Open Sans"/>
              </a:rPr>
              <a:t>g</a:t>
            </a:r>
            <a:r>
              <a:rPr b="0" lang="en-US" sz="2000" spc="-1" strike="noStrike">
                <a:latin typeface="Open Sans"/>
              </a:rPr>
              <a:t>u</a:t>
            </a:r>
            <a:r>
              <a:rPr b="0" lang="en-US" sz="2000" spc="-1" strike="noStrike">
                <a:latin typeface="Open Sans"/>
              </a:rPr>
              <a:t>m</a:t>
            </a:r>
            <a:r>
              <a:rPr b="0" lang="en-US" sz="2000" spc="-1" strike="noStrike">
                <a:latin typeface="Open Sans"/>
              </a:rPr>
              <a:t>e</a:t>
            </a:r>
            <a:r>
              <a:rPr b="0" lang="en-US" sz="2000" spc="-1" strike="noStrike">
                <a:latin typeface="Open Sans"/>
              </a:rPr>
              <a:t>n</a:t>
            </a:r>
            <a:r>
              <a:rPr b="0" lang="en-US" sz="2000" spc="-1" strike="noStrike">
                <a:latin typeface="Open Sans"/>
              </a:rPr>
              <a:t>t</a:t>
            </a:r>
            <a:r>
              <a:rPr b="0" lang="en-US" sz="2000" spc="-1" strike="noStrike">
                <a:latin typeface="Open Sans"/>
              </a:rPr>
              <a:t>,</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w</a:t>
            </a:r>
            <a:r>
              <a:rPr b="0" lang="en-US" sz="2000" spc="-1" strike="noStrike">
                <a:latin typeface="Open Sans"/>
              </a:rPr>
              <a:t>i</a:t>
            </a:r>
            <a:r>
              <a:rPr b="0" lang="en-US" sz="2000" spc="-1" strike="noStrike">
                <a:latin typeface="Open Sans"/>
              </a:rPr>
              <a:t>l</a:t>
            </a:r>
            <a:r>
              <a:rPr b="0" lang="en-US" sz="2000" spc="-1" strike="noStrike">
                <a:latin typeface="Open Sans"/>
              </a:rPr>
              <a:t>l</a:t>
            </a:r>
            <a:r>
              <a:rPr b="0" lang="en-US" sz="2000" spc="-1" strike="noStrike">
                <a:latin typeface="Open Sans"/>
              </a:rPr>
              <a:t> </a:t>
            </a:r>
            <a:r>
              <a:rPr b="0" lang="en-US" sz="2000" spc="-1" strike="noStrike">
                <a:latin typeface="Open Sans"/>
              </a:rPr>
              <a:t>r</a:t>
            </a:r>
            <a:r>
              <a:rPr b="0" lang="en-US" sz="2000" spc="-1" strike="noStrike">
                <a:latin typeface="Open Sans"/>
              </a:rPr>
              <a:t>e</a:t>
            </a:r>
            <a:r>
              <a:rPr b="0" lang="en-US" sz="2000" spc="-1" strike="noStrike">
                <a:latin typeface="Open Sans"/>
              </a:rPr>
              <a:t>f</a:t>
            </a:r>
            <a:r>
              <a:rPr b="0" lang="en-US" sz="2000" spc="-1" strike="noStrike">
                <a:latin typeface="Open Sans"/>
              </a:rPr>
              <a:t>e</a:t>
            </a:r>
            <a:r>
              <a:rPr b="0" lang="en-US" sz="2000" spc="-1" strike="noStrike">
                <a:latin typeface="Open Sans"/>
              </a:rPr>
              <a:t>r</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 </a:t>
            </a:r>
            <a:r>
              <a:rPr b="0" lang="en-US" sz="2000" spc="-1" strike="noStrike">
                <a:latin typeface="Open Sans"/>
              </a:rPr>
              <a:t>p</a:t>
            </a:r>
            <a:r>
              <a:rPr b="0" lang="en-US" sz="2000" spc="-1" strike="noStrike">
                <a:latin typeface="Open Sans"/>
              </a:rPr>
              <a:t>e</a:t>
            </a:r>
            <a:r>
              <a:rPr b="0" lang="en-US" sz="2000" spc="-1" strike="noStrike">
                <a:latin typeface="Open Sans"/>
              </a:rPr>
              <a:t>r</a:t>
            </a:r>
            <a:r>
              <a:rPr b="0" lang="en-US" sz="2000" spc="-1" strike="noStrike">
                <a:latin typeface="Open Sans"/>
              </a:rPr>
              <a:t>s</a:t>
            </a:r>
            <a:r>
              <a:rPr b="0" lang="en-US" sz="2000" spc="-1" strike="noStrike">
                <a:latin typeface="Open Sans"/>
              </a:rPr>
              <a:t>o</a:t>
            </a:r>
            <a:r>
              <a:rPr b="0" lang="en-US" sz="2000" spc="-1" strike="noStrike">
                <a:latin typeface="Open Sans"/>
              </a:rPr>
              <a:t>n</a:t>
            </a:r>
            <a:r>
              <a:rPr b="0" lang="en-US" sz="2000" spc="-1" strike="noStrike">
                <a:latin typeface="Open Sans"/>
              </a:rPr>
              <a:t>2</a:t>
            </a:r>
            <a:r>
              <a:rPr b="0" lang="en-US" sz="2000" spc="-1" strike="noStrike">
                <a:latin typeface="Open Sans"/>
              </a:rPr>
              <a:t>,</a:t>
            </a:r>
            <a:r>
              <a:rPr b="0" lang="en-US" sz="2000" spc="-1" strike="noStrike">
                <a:latin typeface="Open Sans"/>
              </a:rPr>
              <a:t> </a:t>
            </a:r>
            <a:r>
              <a:rPr b="0" lang="en-US" sz="2000" spc="-1" strike="noStrike">
                <a:latin typeface="Open Sans"/>
              </a:rPr>
              <a:t>e</a:t>
            </a:r>
            <a:r>
              <a:rPr b="0" lang="en-US" sz="2000" spc="-1" strike="noStrike">
                <a:latin typeface="Open Sans"/>
              </a:rPr>
              <a:t>v</a:t>
            </a:r>
            <a:r>
              <a:rPr b="0" lang="en-US" sz="2000" spc="-1" strike="noStrike">
                <a:latin typeface="Open Sans"/>
              </a:rPr>
              <a:t>e</a:t>
            </a:r>
            <a:r>
              <a:rPr b="0" lang="en-US" sz="2000" spc="-1" strike="noStrike">
                <a:latin typeface="Open Sans"/>
              </a:rPr>
              <a:t>n</a:t>
            </a:r>
            <a:r>
              <a:rPr b="0" lang="en-US" sz="2000" spc="-1" strike="noStrike">
                <a:latin typeface="Open Sans"/>
              </a:rPr>
              <a:t> </a:t>
            </a:r>
            <a:r>
              <a:rPr b="0" lang="en-US" sz="2000" spc="-1" strike="noStrike">
                <a:latin typeface="Open Sans"/>
              </a:rPr>
              <a:t>i</a:t>
            </a:r>
            <a:r>
              <a:rPr b="0" lang="en-US" sz="2000" spc="-1" strike="noStrike">
                <a:latin typeface="Open Sans"/>
              </a:rPr>
              <a:t>f</a:t>
            </a:r>
            <a:r>
              <a:rPr b="0" lang="en-US" sz="2000" spc="-1" strike="noStrike">
                <a:latin typeface="Open Sans"/>
              </a:rPr>
              <a:t> </a:t>
            </a:r>
            <a:r>
              <a:rPr b="0" lang="en-US" sz="2000" spc="-1" strike="noStrike">
                <a:latin typeface="Open Sans"/>
              </a:rPr>
              <a:t>i</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a</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t</a:t>
            </a:r>
            <a:r>
              <a:rPr b="0" lang="en-US" sz="2000" spc="-1" strike="noStrike">
                <a:latin typeface="Open Sans"/>
              </a:rPr>
              <a:t>h</a:t>
            </a:r>
            <a:r>
              <a:rPr b="0" lang="en-US" sz="2000" spc="-1" strike="noStrike">
                <a:latin typeface="Open Sans"/>
              </a:rPr>
              <a:t>o</a:t>
            </a:r>
            <a:r>
              <a:rPr b="0" lang="en-US" sz="2000" spc="-1" strike="noStrike">
                <a:latin typeface="Open Sans"/>
              </a:rPr>
              <a:t>d</a:t>
            </a:r>
            <a:r>
              <a:rPr b="0" lang="en-US" sz="2000" spc="-1" strike="noStrike">
                <a:latin typeface="Open Sans"/>
              </a:rPr>
              <a:t> </a:t>
            </a:r>
            <a:r>
              <a:rPr b="0" lang="en-US" sz="2000" spc="-1" strike="noStrike">
                <a:latin typeface="Open Sans"/>
              </a:rPr>
              <a:t>o</a:t>
            </a:r>
            <a:r>
              <a:rPr b="0" lang="en-US" sz="2000" spc="-1" strike="noStrike">
                <a:latin typeface="Open Sans"/>
              </a:rPr>
              <a:t>f</a:t>
            </a:r>
            <a:r>
              <a:rPr b="0" lang="en-US" sz="2000" spc="-1" strike="noStrike">
                <a:latin typeface="Open Sans"/>
              </a:rPr>
              <a:t> </a:t>
            </a:r>
            <a:r>
              <a:rPr b="0" lang="en-US" sz="2000" spc="-1" strike="noStrike">
                <a:latin typeface="Open Sans"/>
              </a:rPr>
              <a:t>p</a:t>
            </a:r>
            <a:r>
              <a:rPr b="0" lang="en-US" sz="2000" spc="-1" strike="noStrike">
                <a:latin typeface="Open Sans"/>
              </a:rPr>
              <a:t>e</a:t>
            </a:r>
            <a:r>
              <a:rPr b="0" lang="en-US" sz="2000" spc="-1" strike="noStrike">
                <a:latin typeface="Open Sans"/>
              </a:rPr>
              <a:t>r</a:t>
            </a:r>
            <a:r>
              <a:rPr b="0" lang="en-US" sz="2000" spc="-1" strike="noStrike">
                <a:latin typeface="Open Sans"/>
              </a:rPr>
              <a:t>s</a:t>
            </a:r>
            <a:r>
              <a:rPr b="0" lang="en-US" sz="2000" spc="-1" strike="noStrike">
                <a:latin typeface="Open Sans"/>
              </a:rPr>
              <a:t>o</a:t>
            </a:r>
            <a:r>
              <a:rPr b="0" lang="en-US" sz="2000" spc="-1" strike="noStrike">
                <a:latin typeface="Open Sans"/>
              </a:rPr>
              <a:t>n</a:t>
            </a:r>
            <a:r>
              <a:rPr b="0" lang="en-US" sz="2000" spc="-1" strike="noStrike">
                <a:latin typeface="Open Sans"/>
              </a:rPr>
              <a:t>1</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206" name="" descr=""/>
          <p:cNvPicPr/>
          <p:nvPr/>
        </p:nvPicPr>
        <p:blipFill>
          <a:blip r:embed="rId1"/>
          <a:stretch/>
        </p:blipFill>
        <p:spPr>
          <a:xfrm>
            <a:off x="548640" y="2796840"/>
            <a:ext cx="6702480" cy="2781000"/>
          </a:xfrm>
          <a:prstGeom prst="rect">
            <a:avLst/>
          </a:prstGeom>
          <a:ln>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Object Methods</a:t>
            </a:r>
            <a:endParaRPr b="0" lang="en-US" sz="125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09" name="CustomShape 2"/>
          <p:cNvSpPr/>
          <p:nvPr/>
        </p:nvSpPr>
        <p:spPr>
          <a:xfrm>
            <a:off x="365760" y="182880"/>
            <a:ext cx="11063880" cy="577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JavaScript Methods</a:t>
            </a:r>
            <a:endParaRPr b="0" lang="en-US" sz="3200" spc="-1" strike="noStrike">
              <a:latin typeface="Arial"/>
            </a:endParaRPr>
          </a:p>
        </p:txBody>
      </p:sp>
      <p:sp>
        <p:nvSpPr>
          <p:cNvPr id="210" name="CustomShape 3"/>
          <p:cNvSpPr/>
          <p:nvPr/>
        </p:nvSpPr>
        <p:spPr>
          <a:xfrm>
            <a:off x="457200" y="1371600"/>
            <a:ext cx="9692280" cy="10051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JavaScript methods are actions that can be performed on objects.</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A JavaScript </a:t>
            </a:r>
            <a:r>
              <a:rPr b="1" lang="en-US" sz="2000" spc="-1" strike="noStrike">
                <a:latin typeface="Open Sans"/>
              </a:rPr>
              <a:t>method</a:t>
            </a:r>
            <a:r>
              <a:rPr b="0" lang="en-US" sz="2000" spc="-1" strike="noStrike">
                <a:latin typeface="Open Sans"/>
              </a:rPr>
              <a:t> is a property containing a </a:t>
            </a:r>
            <a:r>
              <a:rPr b="1" lang="en-US" sz="2000" spc="-1" strike="noStrike">
                <a:latin typeface="Open Sans"/>
              </a:rPr>
              <a:t>function definition</a:t>
            </a:r>
            <a:r>
              <a:rPr b="0" lang="en-US" sz="2000" spc="-1" strike="noStrike">
                <a:latin typeface="Open Sans"/>
              </a:rPr>
              <a:t>.</a:t>
            </a:r>
            <a:endParaRPr b="0" lang="en-US" sz="2000" spc="-1" strike="noStrike">
              <a:latin typeface="Arial"/>
            </a:endParaRPr>
          </a:p>
        </p:txBody>
      </p:sp>
      <p:pic>
        <p:nvPicPr>
          <p:cNvPr id="211" name="" descr=""/>
          <p:cNvPicPr/>
          <p:nvPr/>
        </p:nvPicPr>
        <p:blipFill>
          <a:blip r:embed="rId1"/>
          <a:stretch/>
        </p:blipFill>
        <p:spPr>
          <a:xfrm>
            <a:off x="548640" y="2539800"/>
            <a:ext cx="6217920" cy="3046680"/>
          </a:xfrm>
          <a:prstGeom prst="rect">
            <a:avLst/>
          </a:prstGeom>
          <a:ln>
            <a:noFill/>
          </a:ln>
        </p:spPr>
      </p:pic>
      <p:pic>
        <p:nvPicPr>
          <p:cNvPr id="212" name="" descr=""/>
          <p:cNvPicPr/>
          <p:nvPr/>
        </p:nvPicPr>
        <p:blipFill>
          <a:blip r:embed="rId2"/>
          <a:stretch/>
        </p:blipFill>
        <p:spPr>
          <a:xfrm>
            <a:off x="7013160" y="2560320"/>
            <a:ext cx="5015880" cy="1920240"/>
          </a:xfrm>
          <a:prstGeom prst="rect">
            <a:avLst/>
          </a:prstGeom>
          <a:ln>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14" name="CustomShape 2"/>
          <p:cNvSpPr/>
          <p:nvPr/>
        </p:nvSpPr>
        <p:spPr>
          <a:xfrm>
            <a:off x="365760" y="182880"/>
            <a:ext cx="11063880" cy="577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A</a:t>
            </a:r>
            <a:r>
              <a:rPr b="0" lang="en-US" sz="3200" spc="-1" strike="noStrike">
                <a:latin typeface="Open Sans"/>
              </a:rPr>
              <a:t>c</a:t>
            </a:r>
            <a:r>
              <a:rPr b="0" lang="en-US" sz="3200" spc="-1" strike="noStrike">
                <a:latin typeface="Open Sans"/>
              </a:rPr>
              <a:t>c</a:t>
            </a:r>
            <a:r>
              <a:rPr b="0" lang="en-US" sz="3200" spc="-1" strike="noStrike">
                <a:latin typeface="Open Sans"/>
              </a:rPr>
              <a:t>e</a:t>
            </a:r>
            <a:r>
              <a:rPr b="0" lang="en-US" sz="3200" spc="-1" strike="noStrike">
                <a:latin typeface="Open Sans"/>
              </a:rPr>
              <a:t>s</a:t>
            </a:r>
            <a:r>
              <a:rPr b="0" lang="en-US" sz="3200" spc="-1" strike="noStrike">
                <a:latin typeface="Open Sans"/>
              </a:rPr>
              <a:t>s</a:t>
            </a:r>
            <a:r>
              <a:rPr b="0" lang="en-US" sz="3200" spc="-1" strike="noStrike">
                <a:latin typeface="Open Sans"/>
              </a:rPr>
              <a:t>i</a:t>
            </a:r>
            <a:r>
              <a:rPr b="0" lang="en-US" sz="3200" spc="-1" strike="noStrike">
                <a:latin typeface="Open Sans"/>
              </a:rPr>
              <a:t>n</a:t>
            </a:r>
            <a:r>
              <a:rPr b="0" lang="en-US" sz="3200" spc="-1" strike="noStrike">
                <a:latin typeface="Open Sans"/>
              </a:rPr>
              <a:t>g</a:t>
            </a:r>
            <a:r>
              <a:rPr b="0" lang="en-US" sz="3200" spc="-1" strike="noStrike">
                <a:latin typeface="Open Sans"/>
              </a:rPr>
              <a:t> </a:t>
            </a:r>
            <a:r>
              <a:rPr b="0" lang="en-US" sz="3200" spc="-1" strike="noStrike">
                <a:latin typeface="Open Sans"/>
              </a:rPr>
              <a:t>O</a:t>
            </a:r>
            <a:r>
              <a:rPr b="0" lang="en-US" sz="3200" spc="-1" strike="noStrike">
                <a:latin typeface="Open Sans"/>
              </a:rPr>
              <a:t>b</a:t>
            </a:r>
            <a:r>
              <a:rPr b="0" lang="en-US" sz="3200" spc="-1" strike="noStrike">
                <a:latin typeface="Open Sans"/>
              </a:rPr>
              <a:t>j</a:t>
            </a:r>
            <a:r>
              <a:rPr b="0" lang="en-US" sz="3200" spc="-1" strike="noStrike">
                <a:latin typeface="Open Sans"/>
              </a:rPr>
              <a:t>e</a:t>
            </a:r>
            <a:r>
              <a:rPr b="0" lang="en-US" sz="3200" spc="-1" strike="noStrike">
                <a:latin typeface="Open Sans"/>
              </a:rPr>
              <a:t>c</a:t>
            </a:r>
            <a:r>
              <a:rPr b="0" lang="en-US" sz="3200" spc="-1" strike="noStrike">
                <a:latin typeface="Open Sans"/>
              </a:rPr>
              <a:t>t</a:t>
            </a:r>
            <a:r>
              <a:rPr b="0" lang="en-US" sz="3200" spc="-1" strike="noStrike">
                <a:latin typeface="Open Sans"/>
              </a:rPr>
              <a:t> </a:t>
            </a:r>
            <a:r>
              <a:rPr b="0" lang="en-US" sz="3200" spc="-1" strike="noStrike">
                <a:latin typeface="Open Sans"/>
              </a:rPr>
              <a:t>M</a:t>
            </a:r>
            <a:r>
              <a:rPr b="0" lang="en-US" sz="3200" spc="-1" strike="noStrike">
                <a:latin typeface="Open Sans"/>
              </a:rPr>
              <a:t>e</a:t>
            </a:r>
            <a:r>
              <a:rPr b="0" lang="en-US" sz="3200" spc="-1" strike="noStrike">
                <a:latin typeface="Open Sans"/>
              </a:rPr>
              <a:t>t</a:t>
            </a:r>
            <a:r>
              <a:rPr b="0" lang="en-US" sz="3200" spc="-1" strike="noStrike">
                <a:latin typeface="Open Sans"/>
              </a:rPr>
              <a:t>h</a:t>
            </a:r>
            <a:r>
              <a:rPr b="0" lang="en-US" sz="3200" spc="-1" strike="noStrike">
                <a:latin typeface="Open Sans"/>
              </a:rPr>
              <a:t>o</a:t>
            </a:r>
            <a:r>
              <a:rPr b="0" lang="en-US" sz="3200" spc="-1" strike="noStrike">
                <a:latin typeface="Open Sans"/>
              </a:rPr>
              <a:t>d</a:t>
            </a:r>
            <a:r>
              <a:rPr b="0" lang="en-US" sz="3200" spc="-1" strike="noStrike">
                <a:latin typeface="Open Sans"/>
              </a:rPr>
              <a:t>s</a:t>
            </a:r>
            <a:endParaRPr b="0" lang="en-US" sz="3200" spc="-1" strike="noStrike">
              <a:latin typeface="Arial"/>
            </a:endParaRPr>
          </a:p>
        </p:txBody>
      </p:sp>
      <p:sp>
        <p:nvSpPr>
          <p:cNvPr id="215" name="CustomShape 3"/>
          <p:cNvSpPr/>
          <p:nvPr/>
        </p:nvSpPr>
        <p:spPr>
          <a:xfrm>
            <a:off x="457560" y="976320"/>
            <a:ext cx="969228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You access an object method with the following syntax:</a:t>
            </a:r>
            <a:endParaRPr b="0" lang="en-US" sz="2000" spc="-1" strike="noStrike">
              <a:latin typeface="Arial"/>
            </a:endParaRPr>
          </a:p>
        </p:txBody>
      </p:sp>
      <p:pic>
        <p:nvPicPr>
          <p:cNvPr id="216" name="" descr=""/>
          <p:cNvPicPr/>
          <p:nvPr/>
        </p:nvPicPr>
        <p:blipFill>
          <a:blip r:embed="rId1"/>
          <a:stretch/>
        </p:blipFill>
        <p:spPr>
          <a:xfrm>
            <a:off x="548640" y="1478520"/>
            <a:ext cx="4419360" cy="533160"/>
          </a:xfrm>
          <a:prstGeom prst="rect">
            <a:avLst/>
          </a:prstGeom>
          <a:ln>
            <a:noFill/>
          </a:ln>
        </p:spPr>
      </p:pic>
      <p:sp>
        <p:nvSpPr>
          <p:cNvPr id="217" name="CustomShape 4"/>
          <p:cNvSpPr/>
          <p:nvPr/>
        </p:nvSpPr>
        <p:spPr>
          <a:xfrm>
            <a:off x="548640" y="2194560"/>
            <a:ext cx="11247120" cy="1919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You will typically describe fullName() as a method of the person object, </a:t>
            </a:r>
            <a:r>
              <a:rPr b="0" lang="en-US" sz="2000" spc="-1" strike="noStrike">
                <a:latin typeface="Open Sans"/>
              </a:rPr>
              <a:t>and fullName as a property.</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The fullName property will execute (as a function) when it is invoked </a:t>
            </a:r>
            <a:r>
              <a:rPr b="0" lang="en-US" sz="2000" spc="-1" strike="noStrike">
                <a:latin typeface="Open Sans"/>
              </a:rPr>
              <a:t>with ().</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This example accesses the fullName() </a:t>
            </a:r>
            <a:r>
              <a:rPr b="1" lang="en-US" sz="2000" spc="-1" strike="noStrike">
                <a:latin typeface="Open Sans"/>
              </a:rPr>
              <a:t>method</a:t>
            </a:r>
            <a:r>
              <a:rPr b="0" lang="en-US" sz="2000" spc="-1" strike="noStrike">
                <a:latin typeface="Open Sans"/>
              </a:rPr>
              <a:t> of a person object:</a:t>
            </a:r>
            <a:endParaRPr b="0" lang="en-US" sz="2000" spc="-1" strike="noStrike">
              <a:latin typeface="Arial"/>
            </a:endParaRPr>
          </a:p>
        </p:txBody>
      </p:sp>
      <p:pic>
        <p:nvPicPr>
          <p:cNvPr id="218" name="" descr=""/>
          <p:cNvPicPr/>
          <p:nvPr/>
        </p:nvPicPr>
        <p:blipFill>
          <a:blip r:embed="rId2"/>
          <a:stretch/>
        </p:blipFill>
        <p:spPr>
          <a:xfrm>
            <a:off x="661320" y="4206240"/>
            <a:ext cx="3795480" cy="457200"/>
          </a:xfrm>
          <a:prstGeom prst="rect">
            <a:avLst/>
          </a:prstGeom>
          <a:ln>
            <a:noFill/>
          </a:ln>
        </p:spPr>
      </p:pic>
      <p:sp>
        <p:nvSpPr>
          <p:cNvPr id="219" name="CustomShape 5"/>
          <p:cNvSpPr/>
          <p:nvPr/>
        </p:nvSpPr>
        <p:spPr>
          <a:xfrm>
            <a:off x="549000" y="4754880"/>
            <a:ext cx="9692280" cy="7002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If you access the fullName property, without (), it will return the function definition:</a:t>
            </a:r>
            <a:endParaRPr b="0" lang="en-US" sz="2000" spc="-1" strike="noStrike">
              <a:latin typeface="Arial"/>
            </a:endParaRPr>
          </a:p>
        </p:txBody>
      </p:sp>
      <p:pic>
        <p:nvPicPr>
          <p:cNvPr id="220" name="" descr=""/>
          <p:cNvPicPr/>
          <p:nvPr/>
        </p:nvPicPr>
        <p:blipFill>
          <a:blip r:embed="rId3"/>
          <a:stretch/>
        </p:blipFill>
        <p:spPr>
          <a:xfrm>
            <a:off x="731520" y="5577840"/>
            <a:ext cx="3474720" cy="426240"/>
          </a:xfrm>
          <a:prstGeom prst="rect">
            <a:avLst/>
          </a:prstGeom>
          <a:ln>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22" name="CustomShape 2"/>
          <p:cNvSpPr/>
          <p:nvPr/>
        </p:nvSpPr>
        <p:spPr>
          <a:xfrm>
            <a:off x="365760" y="182880"/>
            <a:ext cx="11063880" cy="577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Using Built-In Methods</a:t>
            </a:r>
            <a:endParaRPr b="0" lang="en-US" sz="3200" spc="-1" strike="noStrike">
              <a:latin typeface="Arial"/>
            </a:endParaRPr>
          </a:p>
        </p:txBody>
      </p:sp>
      <p:sp>
        <p:nvSpPr>
          <p:cNvPr id="223" name="CustomShape 3"/>
          <p:cNvSpPr/>
          <p:nvPr/>
        </p:nvSpPr>
        <p:spPr>
          <a:xfrm>
            <a:off x="457560" y="976320"/>
            <a:ext cx="9692280" cy="13093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This example uses the toUpperCase() method of the String object, to convert a text to uppercase:</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sp>
        <p:nvSpPr>
          <p:cNvPr id="224" name="CustomShape 4"/>
          <p:cNvSpPr/>
          <p:nvPr/>
        </p:nvSpPr>
        <p:spPr>
          <a:xfrm>
            <a:off x="457560" y="3108960"/>
            <a:ext cx="9692280" cy="10044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The value of x, after execution of the code above will be:</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225" name="" descr=""/>
          <p:cNvPicPr/>
          <p:nvPr/>
        </p:nvPicPr>
        <p:blipFill>
          <a:blip r:embed="rId1"/>
          <a:stretch/>
        </p:blipFill>
        <p:spPr>
          <a:xfrm>
            <a:off x="548280" y="1920240"/>
            <a:ext cx="5943960" cy="1024560"/>
          </a:xfrm>
          <a:prstGeom prst="rect">
            <a:avLst/>
          </a:prstGeom>
          <a:ln>
            <a:noFill/>
          </a:ln>
        </p:spPr>
      </p:pic>
      <p:pic>
        <p:nvPicPr>
          <p:cNvPr id="226" name="" descr=""/>
          <p:cNvPicPr/>
          <p:nvPr/>
        </p:nvPicPr>
        <p:blipFill>
          <a:blip r:embed="rId2"/>
          <a:stretch/>
        </p:blipFill>
        <p:spPr>
          <a:xfrm>
            <a:off x="590760" y="3840480"/>
            <a:ext cx="4438440" cy="514080"/>
          </a:xfrm>
          <a:prstGeom prst="rect">
            <a:avLst/>
          </a:prstGeom>
          <a:ln>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28"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Adding a Method to an Object</a:t>
            </a:r>
            <a:endParaRPr b="0" lang="en-US" sz="3200" spc="-1" strike="noStrike">
              <a:latin typeface="Arial"/>
            </a:endParaRPr>
          </a:p>
          <a:p>
            <a:pPr>
              <a:lnSpc>
                <a:spcPct val="100000"/>
              </a:lnSpc>
            </a:pPr>
            <a:endParaRPr b="0" lang="en-US" sz="3200" spc="-1" strike="noStrike">
              <a:latin typeface="Arial"/>
            </a:endParaRPr>
          </a:p>
        </p:txBody>
      </p:sp>
      <p:sp>
        <p:nvSpPr>
          <p:cNvPr id="229" name="CustomShape 3"/>
          <p:cNvSpPr/>
          <p:nvPr/>
        </p:nvSpPr>
        <p:spPr>
          <a:xfrm>
            <a:off x="457560" y="1371600"/>
            <a:ext cx="9692280" cy="10051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Adding a new method to an object is easy:</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230" name="" descr=""/>
          <p:cNvPicPr/>
          <p:nvPr/>
        </p:nvPicPr>
        <p:blipFill>
          <a:blip r:embed="rId1"/>
          <a:stretch/>
        </p:blipFill>
        <p:spPr>
          <a:xfrm>
            <a:off x="481320" y="2194560"/>
            <a:ext cx="5942160" cy="1007280"/>
          </a:xfrm>
          <a:prstGeom prst="rect">
            <a:avLst/>
          </a:prstGeom>
          <a:ln>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Built-in objects</a:t>
            </a:r>
            <a:endParaRPr b="0" lang="en-US" sz="125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33"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JavaScript Built in Objects</a:t>
            </a:r>
            <a:endParaRPr b="0" lang="en-US" sz="3200" spc="-1" strike="noStrike">
              <a:latin typeface="Arial"/>
            </a:endParaRPr>
          </a:p>
          <a:p>
            <a:pPr>
              <a:lnSpc>
                <a:spcPct val="100000"/>
              </a:lnSpc>
            </a:pPr>
            <a:endParaRPr b="0" lang="en-US" sz="3200" spc="-1" strike="noStrike">
              <a:latin typeface="Arial"/>
            </a:endParaRPr>
          </a:p>
        </p:txBody>
      </p:sp>
      <p:sp>
        <p:nvSpPr>
          <p:cNvPr id="234" name="CustomShape 3"/>
          <p:cNvSpPr/>
          <p:nvPr/>
        </p:nvSpPr>
        <p:spPr>
          <a:xfrm>
            <a:off x="457560" y="1371600"/>
            <a:ext cx="11246760" cy="1614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JavaScript has several built-in or core language objects. These built-in objects are available regardless of window content and operate independently of whatever page your browser has loaded.</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235" name="" descr=""/>
          <p:cNvPicPr/>
          <p:nvPr/>
        </p:nvPicPr>
        <p:blipFill>
          <a:blip r:embed="rId1"/>
          <a:stretch/>
        </p:blipFill>
        <p:spPr>
          <a:xfrm>
            <a:off x="2286000" y="2877120"/>
            <a:ext cx="6667200" cy="2060640"/>
          </a:xfrm>
          <a:prstGeom prst="rect">
            <a:avLst/>
          </a:prstGeom>
          <a:ln>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37"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Array Object</a:t>
            </a:r>
            <a:endParaRPr b="0" lang="en-US" sz="3200" spc="-1" strike="noStrike">
              <a:latin typeface="Arial"/>
            </a:endParaRPr>
          </a:p>
          <a:p>
            <a:pPr>
              <a:lnSpc>
                <a:spcPct val="100000"/>
              </a:lnSpc>
            </a:pPr>
            <a:endParaRPr b="0" lang="en-US" sz="3200" spc="-1" strike="noStrike">
              <a:latin typeface="Arial"/>
            </a:endParaRPr>
          </a:p>
        </p:txBody>
      </p:sp>
      <p:sp>
        <p:nvSpPr>
          <p:cNvPr id="238" name="CustomShape 3"/>
          <p:cNvSpPr/>
          <p:nvPr/>
        </p:nvSpPr>
        <p:spPr>
          <a:xfrm>
            <a:off x="365760" y="822960"/>
            <a:ext cx="10789920" cy="1310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Multiple values are stored in a single variable using the Array object.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0" lang="en-US" sz="2000" spc="-1" strike="noStrike">
                <a:latin typeface="Open Sans"/>
              </a:rPr>
              <a:t>In JavaScript, an array can hold different types of data types in a single slot, which </a:t>
            </a:r>
            <a:endParaRPr b="0" lang="en-US" sz="2000" spc="-1" strike="noStrike">
              <a:latin typeface="Arial"/>
            </a:endParaRPr>
          </a:p>
          <a:p>
            <a:pPr>
              <a:lnSpc>
                <a:spcPct val="100000"/>
              </a:lnSpc>
            </a:pPr>
            <a:r>
              <a:rPr b="0" lang="en-US" sz="2000" spc="-1" strike="noStrike">
                <a:latin typeface="Open Sans"/>
              </a:rPr>
              <a:t>implies that an array can have a string, a number or an object in a single slot.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40"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Array Object</a:t>
            </a:r>
            <a:endParaRPr b="0" lang="en-US" sz="3200" spc="-1" strike="noStrike">
              <a:latin typeface="Arial"/>
            </a:endParaRPr>
          </a:p>
          <a:p>
            <a:pPr>
              <a:lnSpc>
                <a:spcPct val="100000"/>
              </a:lnSpc>
            </a:pPr>
            <a:endParaRPr b="0" lang="en-US" sz="3200" spc="-1" strike="noStrike">
              <a:latin typeface="Arial"/>
            </a:endParaRPr>
          </a:p>
        </p:txBody>
      </p:sp>
      <p:pic>
        <p:nvPicPr>
          <p:cNvPr id="241" name="" descr=""/>
          <p:cNvPicPr/>
          <p:nvPr/>
        </p:nvPicPr>
        <p:blipFill>
          <a:blip r:embed="rId1"/>
          <a:stretch/>
        </p:blipFill>
        <p:spPr>
          <a:xfrm>
            <a:off x="438480" y="1463040"/>
            <a:ext cx="8248320" cy="4819680"/>
          </a:xfrm>
          <a:prstGeom prst="rect">
            <a:avLst/>
          </a:prstGeom>
          <a:ln>
            <a:noFill/>
          </a:ln>
        </p:spPr>
      </p:pic>
      <p:sp>
        <p:nvSpPr>
          <p:cNvPr id="242" name="CustomShape 3"/>
          <p:cNvSpPr/>
          <p:nvPr/>
        </p:nvSpPr>
        <p:spPr>
          <a:xfrm>
            <a:off x="365760" y="822960"/>
            <a:ext cx="1078992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latin typeface="Open Sans"/>
              </a:rPr>
              <a:t>An Array object can be created by using following ways...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44"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Array Object</a:t>
            </a:r>
            <a:endParaRPr b="0" lang="en-US" sz="3200" spc="-1" strike="noStrike">
              <a:latin typeface="Arial"/>
            </a:endParaRPr>
          </a:p>
          <a:p>
            <a:pPr>
              <a:lnSpc>
                <a:spcPct val="100000"/>
              </a:lnSpc>
            </a:pPr>
            <a:endParaRPr b="0" lang="en-US" sz="3200" spc="-1" strike="noStrike">
              <a:latin typeface="Arial"/>
            </a:endParaRPr>
          </a:p>
        </p:txBody>
      </p:sp>
      <p:sp>
        <p:nvSpPr>
          <p:cNvPr id="245" name="CustomShape 3"/>
          <p:cNvSpPr/>
          <p:nvPr/>
        </p:nvSpPr>
        <p:spPr>
          <a:xfrm>
            <a:off x="365760" y="822960"/>
            <a:ext cx="10789920" cy="405360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Properties of the Array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Length - Returns the number of elements in the array.</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Constructor - Returns the function that created the Array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Prototype - Add properties and methods to an object.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Methods of the Array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reverse() - Reverses the array elements</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concat() - Joins two or more arrays</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sort() - Sort the elements of an array</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push() - Appends one or more elements at the end of an array</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pop() - Removes and returns the last element</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shift() - Removes and returns the first element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unshift(), join(), indexOf(), lastIndexOf(), slice(startindex, endindex) are some of </a:t>
            </a:r>
            <a:r>
              <a:rPr b="0" lang="en-US" sz="2000" spc="-1" strike="noStrike">
                <a:latin typeface="Open Sans"/>
              </a:rPr>
              <a:t>the methods used in Array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47"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Boolean Object</a:t>
            </a:r>
            <a:endParaRPr b="0" lang="en-US" sz="3200" spc="-1" strike="noStrike">
              <a:latin typeface="Arial"/>
            </a:endParaRPr>
          </a:p>
          <a:p>
            <a:pPr>
              <a:lnSpc>
                <a:spcPct val="100000"/>
              </a:lnSpc>
            </a:pPr>
            <a:endParaRPr b="0" lang="en-US" sz="3200" spc="-1" strike="noStrike">
              <a:latin typeface="Arial"/>
            </a:endParaRPr>
          </a:p>
        </p:txBody>
      </p:sp>
      <p:sp>
        <p:nvSpPr>
          <p:cNvPr id="248" name="CustomShape 3"/>
          <p:cNvSpPr/>
          <p:nvPr/>
        </p:nvSpPr>
        <p:spPr>
          <a:xfrm>
            <a:off x="365760" y="822960"/>
            <a:ext cx="11247120" cy="344448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e</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w</a:t>
            </a:r>
            <a:r>
              <a:rPr b="0" lang="en-US" sz="2000" spc="-1" strike="noStrike">
                <a:latin typeface="Open Sans"/>
              </a:rPr>
              <a:t>r</a:t>
            </a:r>
            <a:r>
              <a:rPr b="0" lang="en-US" sz="2000" spc="-1" strike="noStrike">
                <a:latin typeface="Open Sans"/>
              </a:rPr>
              <a:t>a</a:t>
            </a:r>
            <a:r>
              <a:rPr b="0" lang="en-US" sz="2000" spc="-1" strike="noStrike">
                <a:latin typeface="Open Sans"/>
              </a:rPr>
              <a:t>p</a:t>
            </a:r>
            <a:r>
              <a:rPr b="0" lang="en-US" sz="2000" spc="-1" strike="noStrike">
                <a:latin typeface="Open Sans"/>
              </a:rPr>
              <a:t>p</a:t>
            </a:r>
            <a:r>
              <a:rPr b="0" lang="en-US" sz="2000" spc="-1" strike="noStrike">
                <a:latin typeface="Open Sans"/>
              </a:rPr>
              <a:t>e</a:t>
            </a:r>
            <a:r>
              <a:rPr b="0" lang="en-US" sz="2000" spc="-1" strike="noStrike">
                <a:latin typeface="Open Sans"/>
              </a:rPr>
              <a:t>r</a:t>
            </a:r>
            <a:r>
              <a:rPr b="0" lang="en-US" sz="2000" spc="-1" strike="noStrike">
                <a:latin typeface="Open Sans"/>
              </a:rPr>
              <a:t> </a:t>
            </a:r>
            <a:r>
              <a:rPr b="0" lang="en-US" sz="2000" spc="-1" strike="noStrike">
                <a:latin typeface="Open Sans"/>
              </a:rPr>
              <a:t>c</a:t>
            </a:r>
            <a:r>
              <a:rPr b="0" lang="en-US" sz="2000" spc="-1" strike="noStrike">
                <a:latin typeface="Open Sans"/>
              </a:rPr>
              <a:t>l</a:t>
            </a:r>
            <a:r>
              <a:rPr b="0" lang="en-US" sz="2000" spc="-1" strike="noStrike">
                <a:latin typeface="Open Sans"/>
              </a:rPr>
              <a:t>a</a:t>
            </a:r>
            <a:r>
              <a:rPr b="0" lang="en-US" sz="2000" spc="-1" strike="noStrike">
                <a:latin typeface="Open Sans"/>
              </a:rPr>
              <a:t>s</a:t>
            </a:r>
            <a:r>
              <a:rPr b="0" lang="en-US" sz="2000" spc="-1" strike="noStrike">
                <a:latin typeface="Open Sans"/>
              </a:rPr>
              <a:t>s</a:t>
            </a:r>
            <a:r>
              <a:rPr b="0" lang="en-US" sz="2000" spc="-1" strike="noStrike">
                <a:latin typeface="Open Sans"/>
              </a:rPr>
              <a:t> </a:t>
            </a:r>
            <a:r>
              <a:rPr b="0" lang="en-US" sz="2000" spc="-1" strike="noStrike">
                <a:latin typeface="Open Sans"/>
              </a:rPr>
              <a:t>a</a:t>
            </a:r>
            <a:r>
              <a:rPr b="0" lang="en-US" sz="2000" spc="-1" strike="noStrike">
                <a:latin typeface="Open Sans"/>
              </a:rPr>
              <a:t>n</a:t>
            </a:r>
            <a:r>
              <a:rPr b="0" lang="en-US" sz="2000" spc="-1" strike="noStrike">
                <a:latin typeface="Open Sans"/>
              </a:rPr>
              <a:t>d</a:t>
            </a:r>
            <a:r>
              <a:rPr b="0" lang="en-US" sz="2000" spc="-1" strike="noStrike">
                <a:latin typeface="Open Sans"/>
              </a:rPr>
              <a:t> </a:t>
            </a:r>
            <a:r>
              <a:rPr b="0" lang="en-US" sz="2000" spc="-1" strike="noStrike">
                <a:latin typeface="Open Sans"/>
              </a:rPr>
              <a:t>m</a:t>
            </a:r>
            <a:r>
              <a:rPr b="0" lang="en-US" sz="2000" spc="-1" strike="noStrike">
                <a:latin typeface="Open Sans"/>
              </a:rPr>
              <a:t>e</a:t>
            </a:r>
            <a:r>
              <a:rPr b="0" lang="en-US" sz="2000" spc="-1" strike="noStrike">
                <a:latin typeface="Open Sans"/>
              </a:rPr>
              <a:t>m</a:t>
            </a:r>
            <a:r>
              <a:rPr b="0" lang="en-US" sz="2000" spc="-1" strike="noStrike">
                <a:latin typeface="Open Sans"/>
              </a:rPr>
              <a:t>b</a:t>
            </a:r>
            <a:r>
              <a:rPr b="0" lang="en-US" sz="2000" spc="-1" strike="noStrike">
                <a:latin typeface="Open Sans"/>
              </a:rPr>
              <a:t>e</a:t>
            </a:r>
            <a:r>
              <a:rPr b="0" lang="en-US" sz="2000" spc="-1" strike="noStrike">
                <a:latin typeface="Open Sans"/>
              </a:rPr>
              <a:t>r</a:t>
            </a:r>
            <a:r>
              <a:rPr b="0" lang="en-US" sz="2000" spc="-1" strike="noStrike">
                <a:latin typeface="Open Sans"/>
              </a:rPr>
              <a:t> </a:t>
            </a:r>
            <a:r>
              <a:rPr b="0" lang="en-US" sz="2000" spc="-1" strike="noStrike">
                <a:latin typeface="Open Sans"/>
              </a:rPr>
              <a:t>o</a:t>
            </a:r>
            <a:r>
              <a:rPr b="0" lang="en-US" sz="2000" spc="-1" strike="noStrike">
                <a:latin typeface="Open Sans"/>
              </a:rPr>
              <a:t>f</a:t>
            </a:r>
            <a:r>
              <a:rPr b="0" lang="en-US" sz="2000" spc="-1" strike="noStrike">
                <a:latin typeface="Open Sans"/>
              </a:rPr>
              <a:t> </a:t>
            </a:r>
            <a:r>
              <a:rPr b="0" lang="en-US" sz="2000" spc="-1" strike="noStrike">
                <a:latin typeface="Open Sans"/>
              </a:rPr>
              <a:t>g</a:t>
            </a:r>
            <a:r>
              <a:rPr b="0" lang="en-US" sz="2000" spc="-1" strike="noStrike">
                <a:latin typeface="Open Sans"/>
              </a:rPr>
              <a:t>l</a:t>
            </a:r>
            <a:r>
              <a:rPr b="0" lang="en-US" sz="2000" spc="-1" strike="noStrike">
                <a:latin typeface="Open Sans"/>
              </a:rPr>
              <a:t>o</a:t>
            </a:r>
            <a:r>
              <a:rPr b="0" lang="en-US" sz="2000" spc="-1" strike="noStrike">
                <a:latin typeface="Open Sans"/>
              </a:rPr>
              <a:t>b</a:t>
            </a:r>
            <a:r>
              <a:rPr b="0" lang="en-US" sz="2000" spc="-1" strike="noStrike">
                <a:latin typeface="Open Sans"/>
              </a:rPr>
              <a:t>a</a:t>
            </a:r>
            <a:r>
              <a:rPr b="0" lang="en-US" sz="2000" spc="-1" strike="noStrike">
                <a:latin typeface="Open Sans"/>
              </a:rPr>
              <a:t>l</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s</a:t>
            </a:r>
            <a:r>
              <a:rPr b="0" lang="en-US" sz="2000" spc="-1" strike="noStrike">
                <a:latin typeface="Open Sans"/>
              </a:rPr>
              <a: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I</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u</a:t>
            </a:r>
            <a:r>
              <a:rPr b="0" lang="en-US" sz="2000" spc="-1" strike="noStrike">
                <a:latin typeface="Open Sans"/>
              </a:rPr>
              <a:t>s</a:t>
            </a:r>
            <a:r>
              <a:rPr b="0" lang="en-US" sz="2000" spc="-1" strike="noStrike">
                <a:latin typeface="Open Sans"/>
              </a:rPr>
              <a:t>e</a:t>
            </a:r>
            <a:r>
              <a:rPr b="0" lang="en-US" sz="2000" spc="-1" strike="noStrike">
                <a:latin typeface="Open Sans"/>
              </a:rPr>
              <a:t>d</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 </a:t>
            </a:r>
            <a:r>
              <a:rPr b="0" lang="en-US" sz="2000" spc="-1" strike="noStrike">
                <a:latin typeface="Open Sans"/>
              </a:rPr>
              <a:t>c</a:t>
            </a:r>
            <a:r>
              <a:rPr b="0" lang="en-US" sz="2000" spc="-1" strike="noStrike">
                <a:latin typeface="Open Sans"/>
              </a:rPr>
              <a:t>o</a:t>
            </a:r>
            <a:r>
              <a:rPr b="0" lang="en-US" sz="2000" spc="-1" strike="noStrike">
                <a:latin typeface="Open Sans"/>
              </a:rPr>
              <a:t>n</a:t>
            </a:r>
            <a:r>
              <a:rPr b="0" lang="en-US" sz="2000" spc="-1" strike="noStrike">
                <a:latin typeface="Open Sans"/>
              </a:rPr>
              <a:t>v</a:t>
            </a:r>
            <a:r>
              <a:rPr b="0" lang="en-US" sz="2000" spc="-1" strike="noStrike">
                <a:latin typeface="Open Sans"/>
              </a:rPr>
              <a:t>e</a:t>
            </a:r>
            <a:r>
              <a:rPr b="0" lang="en-US" sz="2000" spc="-1" strike="noStrike">
                <a:latin typeface="Open Sans"/>
              </a:rPr>
              <a:t>r</a:t>
            </a:r>
            <a:r>
              <a:rPr b="0" lang="en-US" sz="2000" spc="-1" strike="noStrike">
                <a:latin typeface="Open Sans"/>
              </a:rPr>
              <a:t>t</a:t>
            </a:r>
            <a:r>
              <a:rPr b="0" lang="en-US" sz="2000" spc="-1" strike="noStrike">
                <a:latin typeface="Open Sans"/>
              </a:rPr>
              <a:t> </a:t>
            </a:r>
            <a:r>
              <a:rPr b="0" lang="en-US" sz="2000" spc="-1" strike="noStrike">
                <a:latin typeface="Open Sans"/>
              </a:rPr>
              <a:t>a</a:t>
            </a:r>
            <a:r>
              <a:rPr b="0" lang="en-US" sz="2000" spc="-1" strike="noStrike">
                <a:latin typeface="Open Sans"/>
              </a:rPr>
              <a:t> </a:t>
            </a:r>
            <a:r>
              <a:rPr b="0" lang="en-US" sz="2000" spc="-1" strike="noStrike">
                <a:latin typeface="Open Sans"/>
              </a:rPr>
              <a:t>n</a:t>
            </a:r>
            <a:r>
              <a:rPr b="0" lang="en-US" sz="2000" spc="-1" strike="noStrike">
                <a:latin typeface="Open Sans"/>
              </a:rPr>
              <a:t>o</a:t>
            </a:r>
            <a:r>
              <a:rPr b="0" lang="en-US" sz="2000" spc="-1" strike="noStrike">
                <a:latin typeface="Open Sans"/>
              </a:rPr>
              <a:t>n</a:t>
            </a:r>
            <a:r>
              <a:rPr b="0" lang="en-US" sz="2000" spc="-1" strike="noStrike">
                <a:latin typeface="Open Sans"/>
              </a:rPr>
              <a:t>-</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e</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v</a:t>
            </a:r>
            <a:r>
              <a:rPr b="0" lang="en-US" sz="2000" spc="-1" strike="noStrike">
                <a:latin typeface="Open Sans"/>
              </a:rPr>
              <a:t>a</a:t>
            </a:r>
            <a:r>
              <a:rPr b="0" lang="en-US" sz="2000" spc="-1" strike="noStrike">
                <a:latin typeface="Open Sans"/>
              </a:rPr>
              <a:t>l</a:t>
            </a:r>
            <a:r>
              <a:rPr b="0" lang="en-US" sz="2000" spc="-1" strike="noStrike">
                <a:latin typeface="Open Sans"/>
              </a:rPr>
              <a:t>u</a:t>
            </a:r>
            <a:r>
              <a:rPr b="0" lang="en-US" sz="2000" spc="-1" strike="noStrike">
                <a:latin typeface="Open Sans"/>
              </a:rPr>
              <a:t>e</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 </a:t>
            </a:r>
            <a:r>
              <a:rPr b="0" lang="en-US" sz="2000" spc="-1" strike="noStrike">
                <a:latin typeface="Open Sans"/>
              </a:rPr>
              <a:t>a</a:t>
            </a:r>
            <a:r>
              <a:rPr b="0" lang="en-US" sz="2000" spc="-1" strike="noStrike">
                <a:latin typeface="Open Sans"/>
              </a:rPr>
              <a:t> </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e</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v</a:t>
            </a:r>
            <a:r>
              <a:rPr b="0" lang="en-US" sz="2000" spc="-1" strike="noStrike">
                <a:latin typeface="Open Sans"/>
              </a:rPr>
              <a:t>a</a:t>
            </a:r>
            <a:r>
              <a:rPr b="0" lang="en-US" sz="2000" spc="-1" strike="noStrike">
                <a:latin typeface="Open Sans"/>
              </a:rPr>
              <a:t>l</a:t>
            </a:r>
            <a:r>
              <a:rPr b="0" lang="en-US" sz="2000" spc="-1" strike="noStrike">
                <a:latin typeface="Open Sans"/>
              </a:rPr>
              <a:t>u</a:t>
            </a:r>
            <a:r>
              <a:rPr b="0" lang="en-US" sz="2000" spc="-1" strike="noStrike">
                <a:latin typeface="Open Sans"/>
              </a:rPr>
              <a:t>e</a:t>
            </a:r>
            <a:r>
              <a:rPr b="0" lang="en-US" sz="2000" spc="-1" strike="noStrike">
                <a:latin typeface="Open Sans"/>
              </a:rPr>
              <a:t> </a:t>
            </a:r>
            <a:r>
              <a:rPr b="0" lang="en-US" sz="2000" spc="-1" strike="noStrike">
                <a:latin typeface="Open Sans"/>
              </a:rPr>
              <a:t>(</a:t>
            </a:r>
            <a:r>
              <a:rPr b="0" lang="en-US" sz="2000" spc="-1" strike="noStrike">
                <a:latin typeface="Open Sans"/>
              </a:rPr>
              <a:t>t</a:t>
            </a:r>
            <a:r>
              <a:rPr b="0" lang="en-US" sz="2000" spc="-1" strike="noStrike">
                <a:latin typeface="Open Sans"/>
              </a:rPr>
              <a:t>r</a:t>
            </a:r>
            <a:r>
              <a:rPr b="0" lang="en-US" sz="2000" spc="-1" strike="noStrike">
                <a:latin typeface="Open Sans"/>
              </a:rPr>
              <a:t>u</a:t>
            </a:r>
            <a:r>
              <a:rPr b="0" lang="en-US" sz="2000" spc="-1" strike="noStrike">
                <a:latin typeface="Open Sans"/>
              </a:rPr>
              <a:t>e</a:t>
            </a:r>
            <a:r>
              <a:rPr b="0" lang="en-US" sz="2000" spc="-1" strike="noStrike">
                <a:latin typeface="Open Sans"/>
              </a:rPr>
              <a:t> </a:t>
            </a:r>
            <a:r>
              <a:rPr b="0" lang="en-US" sz="2000" spc="-1" strike="noStrike">
                <a:latin typeface="Open Sans"/>
              </a:rPr>
              <a:t>o</a:t>
            </a:r>
            <a:r>
              <a:rPr b="0" lang="en-US" sz="2000" spc="-1" strike="noStrike">
                <a:latin typeface="Open Sans"/>
              </a:rPr>
              <a:t>r</a:t>
            </a:r>
            <a:r>
              <a:rPr b="0" lang="en-US" sz="2000" spc="-1" strike="noStrike">
                <a:latin typeface="Open Sans"/>
              </a:rPr>
              <a:t> </a:t>
            </a:r>
            <a:r>
              <a:rPr b="0" lang="en-US" sz="2000" spc="-1" strike="noStrike">
                <a:latin typeface="Open Sans"/>
              </a:rPr>
              <a:t>f</a:t>
            </a:r>
            <a:r>
              <a:rPr b="0" lang="en-US" sz="2000" spc="-1" strike="noStrike">
                <a:latin typeface="Open Sans"/>
              </a:rPr>
              <a:t>a</a:t>
            </a:r>
            <a:r>
              <a:rPr b="0" lang="en-US" sz="2000" spc="-1" strike="noStrike">
                <a:latin typeface="Open Sans"/>
              </a:rPr>
              <a:t>l</a:t>
            </a:r>
            <a:r>
              <a:rPr b="0" lang="en-US" sz="2000" spc="-1" strike="noStrike">
                <a:latin typeface="Open Sans"/>
              </a:rPr>
              <a:t>s</a:t>
            </a:r>
            <a:r>
              <a:rPr b="0" lang="en-US" sz="2000" spc="-1" strike="noStrike">
                <a:latin typeface="Open Sans"/>
              </a:rPr>
              <a:t>e</a:t>
            </a:r>
            <a:r>
              <a:rPr b="0" lang="en-US" sz="2000" spc="-1" strike="noStrike">
                <a:latin typeface="Open Sans"/>
              </a:rPr>
              <a:t>)</a:t>
            </a:r>
            <a:r>
              <a:rPr b="0" lang="en-US" sz="2000" spc="-1" strike="noStrike">
                <a:latin typeface="Open Sans"/>
              </a:rPr>
              <a: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I</a:t>
            </a:r>
            <a:r>
              <a:rPr b="0" lang="en-US" sz="2000" spc="-1" strike="noStrike">
                <a:latin typeface="Open Sans"/>
              </a:rPr>
              <a:t>f</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e</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h</a:t>
            </a:r>
            <a:r>
              <a:rPr b="0" lang="en-US" sz="2000" spc="-1" strike="noStrike">
                <a:latin typeface="Open Sans"/>
              </a:rPr>
              <a:t>a</a:t>
            </a:r>
            <a:r>
              <a:rPr b="0" lang="en-US" sz="2000" spc="-1" strike="noStrike">
                <a:latin typeface="Open Sans"/>
              </a:rPr>
              <a:t>s</a:t>
            </a:r>
            <a:r>
              <a:rPr b="0" lang="en-US" sz="2000" spc="-1" strike="noStrike">
                <a:latin typeface="Open Sans"/>
              </a:rPr>
              <a:t> </a:t>
            </a:r>
            <a:r>
              <a:rPr b="0" lang="en-US" sz="2000" spc="-1" strike="noStrike">
                <a:latin typeface="Open Sans"/>
              </a:rPr>
              <a:t>n</a:t>
            </a:r>
            <a:r>
              <a:rPr b="0" lang="en-US" sz="2000" spc="-1" strike="noStrike">
                <a:latin typeface="Open Sans"/>
              </a:rPr>
              <a:t>o</a:t>
            </a:r>
            <a:r>
              <a:rPr b="0" lang="en-US" sz="2000" spc="-1" strike="noStrike">
                <a:latin typeface="Open Sans"/>
              </a:rPr>
              <a:t> </a:t>
            </a:r>
            <a:r>
              <a:rPr b="0" lang="en-US" sz="2000" spc="-1" strike="noStrike">
                <a:latin typeface="Open Sans"/>
              </a:rPr>
              <a:t>i</a:t>
            </a:r>
            <a:r>
              <a:rPr b="0" lang="en-US" sz="2000" spc="-1" strike="noStrike">
                <a:latin typeface="Open Sans"/>
              </a:rPr>
              <a:t>n</a:t>
            </a:r>
            <a:r>
              <a:rPr b="0" lang="en-US" sz="2000" spc="-1" strike="noStrike">
                <a:latin typeface="Open Sans"/>
              </a:rPr>
              <a:t>i</a:t>
            </a:r>
            <a:r>
              <a:rPr b="0" lang="en-US" sz="2000" spc="-1" strike="noStrike">
                <a:latin typeface="Open Sans"/>
              </a:rPr>
              <a:t>t</a:t>
            </a:r>
            <a:r>
              <a:rPr b="0" lang="en-US" sz="2000" spc="-1" strike="noStrike">
                <a:latin typeface="Open Sans"/>
              </a:rPr>
              <a:t>i</a:t>
            </a:r>
            <a:r>
              <a:rPr b="0" lang="en-US" sz="2000" spc="-1" strike="noStrike">
                <a:latin typeface="Open Sans"/>
              </a:rPr>
              <a:t>a</a:t>
            </a:r>
            <a:r>
              <a:rPr b="0" lang="en-US" sz="2000" spc="-1" strike="noStrike">
                <a:latin typeface="Open Sans"/>
              </a:rPr>
              <a:t>l</a:t>
            </a:r>
            <a:r>
              <a:rPr b="0" lang="en-US" sz="2000" spc="-1" strike="noStrike">
                <a:latin typeface="Open Sans"/>
              </a:rPr>
              <a:t> </a:t>
            </a:r>
            <a:r>
              <a:rPr b="0" lang="en-US" sz="2000" spc="-1" strike="noStrike">
                <a:latin typeface="Open Sans"/>
              </a:rPr>
              <a:t>v</a:t>
            </a:r>
            <a:r>
              <a:rPr b="0" lang="en-US" sz="2000" spc="-1" strike="noStrike">
                <a:latin typeface="Open Sans"/>
              </a:rPr>
              <a:t>a</a:t>
            </a:r>
            <a:r>
              <a:rPr b="0" lang="en-US" sz="2000" spc="-1" strike="noStrike">
                <a:latin typeface="Open Sans"/>
              </a:rPr>
              <a:t>l</a:t>
            </a:r>
            <a:r>
              <a:rPr b="0" lang="en-US" sz="2000" spc="-1" strike="noStrike">
                <a:latin typeface="Open Sans"/>
              </a:rPr>
              <a:t>u</a:t>
            </a:r>
            <a:r>
              <a:rPr b="0" lang="en-US" sz="2000" spc="-1" strike="noStrike">
                <a:latin typeface="Open Sans"/>
              </a:rPr>
              <a:t>e</a:t>
            </a:r>
            <a:r>
              <a:rPr b="0" lang="en-US" sz="2000" spc="-1" strike="noStrike">
                <a:latin typeface="Open Sans"/>
              </a:rPr>
              <a:t> </a:t>
            </a:r>
            <a:r>
              <a:rPr b="0" lang="en-US" sz="2000" spc="-1" strike="noStrike">
                <a:latin typeface="Open Sans"/>
              </a:rPr>
              <a:t>o</a:t>
            </a:r>
            <a:r>
              <a:rPr b="0" lang="en-US" sz="2000" spc="-1" strike="noStrike">
                <a:latin typeface="Open Sans"/>
              </a:rPr>
              <a:t>r</a:t>
            </a:r>
            <a:r>
              <a:rPr b="0" lang="en-US" sz="2000" spc="-1" strike="noStrike">
                <a:latin typeface="Open Sans"/>
              </a:rPr>
              <a:t> </a:t>
            </a:r>
            <a:r>
              <a:rPr b="0" lang="en-US" sz="2000" spc="-1" strike="noStrike">
                <a:latin typeface="Open Sans"/>
              </a:rPr>
              <a:t>i</a:t>
            </a:r>
            <a:r>
              <a:rPr b="0" lang="en-US" sz="2000" spc="-1" strike="noStrike">
                <a:latin typeface="Open Sans"/>
              </a:rPr>
              <a:t>f</a:t>
            </a:r>
            <a:r>
              <a:rPr b="0" lang="en-US" sz="2000" spc="-1" strike="noStrike">
                <a:latin typeface="Open Sans"/>
              </a:rPr>
              <a:t> </a:t>
            </a:r>
            <a:r>
              <a:rPr b="0" lang="en-US" sz="2000" spc="-1" strike="noStrike">
                <a:latin typeface="Open Sans"/>
              </a:rPr>
              <a:t>i</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0</a:t>
            </a:r>
            <a:r>
              <a:rPr b="0" lang="en-US" sz="2000" spc="-1" strike="noStrike">
                <a:latin typeface="Open Sans"/>
              </a:rPr>
              <a:t>,</a:t>
            </a:r>
            <a:r>
              <a:rPr b="0" lang="en-US" sz="2000" spc="-1" strike="noStrike">
                <a:latin typeface="Open Sans"/>
              </a:rPr>
              <a:t> </a:t>
            </a:r>
            <a:r>
              <a:rPr b="0" lang="en-US" sz="2000" spc="-1" strike="noStrike">
                <a:latin typeface="Open Sans"/>
              </a:rPr>
              <a:t>-</a:t>
            </a:r>
            <a:r>
              <a:rPr b="0" lang="en-US" sz="2000" spc="-1" strike="noStrike">
                <a:latin typeface="Open Sans"/>
              </a:rPr>
              <a:t>0</a:t>
            </a:r>
            <a:r>
              <a:rPr b="0" lang="en-US" sz="2000" spc="-1" strike="noStrike">
                <a:latin typeface="Open Sans"/>
              </a:rPr>
              <a:t>,</a:t>
            </a:r>
            <a:r>
              <a:rPr b="0" lang="en-US" sz="2000" spc="-1" strike="noStrike">
                <a:latin typeface="Open Sans"/>
              </a:rPr>
              <a:t> </a:t>
            </a:r>
            <a:r>
              <a:rPr b="0" lang="en-US" sz="2000" spc="-1" strike="noStrike">
                <a:latin typeface="Open Sans"/>
              </a:rPr>
              <a:t>n</a:t>
            </a:r>
            <a:r>
              <a:rPr b="0" lang="en-US" sz="2000" spc="-1" strike="noStrike">
                <a:latin typeface="Open Sans"/>
              </a:rPr>
              <a:t>u</a:t>
            </a:r>
            <a:r>
              <a:rPr b="0" lang="en-US" sz="2000" spc="-1" strike="noStrike">
                <a:latin typeface="Open Sans"/>
              </a:rPr>
              <a:t>l</a:t>
            </a:r>
            <a:r>
              <a:rPr b="0" lang="en-US" sz="2000" spc="-1" strike="noStrike">
                <a:latin typeface="Open Sans"/>
              </a:rPr>
              <a:t>l</a:t>
            </a:r>
            <a:r>
              <a:rPr b="0" lang="en-US" sz="2000" spc="-1" strike="noStrike">
                <a:latin typeface="Open Sans"/>
              </a:rPr>
              <a:t>,</a:t>
            </a:r>
            <a:r>
              <a:rPr b="0" lang="en-US" sz="2000" spc="-1" strike="noStrike">
                <a:latin typeface="Open Sans"/>
              </a:rPr>
              <a:t> </a:t>
            </a:r>
            <a:r>
              <a:rPr b="0" lang="en-US" sz="2000" spc="-1" strike="noStrike">
                <a:latin typeface="Open Sans"/>
              </a:rPr>
              <a:t>"</a:t>
            </a:r>
            <a:r>
              <a:rPr b="0" lang="en-US" sz="2000" spc="-1" strike="noStrike">
                <a:latin typeface="Open Sans"/>
              </a:rPr>
              <a:t>"</a:t>
            </a:r>
            <a:r>
              <a:rPr b="0" lang="en-US" sz="2000" spc="-1" strike="noStrike">
                <a:latin typeface="Open Sans"/>
              </a:rPr>
              <a:t>,</a:t>
            </a:r>
            <a:r>
              <a:rPr b="0" lang="en-US" sz="2000" spc="-1" strike="noStrike">
                <a:latin typeface="Open Sans"/>
              </a:rPr>
              <a:t> </a:t>
            </a:r>
            <a:r>
              <a:rPr b="0" lang="en-US" sz="2000" spc="-1" strike="noStrike">
                <a:latin typeface="Open Sans"/>
              </a:rPr>
              <a:t>f</a:t>
            </a:r>
            <a:r>
              <a:rPr b="0" lang="en-US" sz="2000" spc="-1" strike="noStrike">
                <a:latin typeface="Open Sans"/>
              </a:rPr>
              <a:t>a</a:t>
            </a:r>
            <a:r>
              <a:rPr b="0" lang="en-US" sz="2000" spc="-1" strike="noStrike">
                <a:latin typeface="Open Sans"/>
              </a:rPr>
              <a:t>l</a:t>
            </a:r>
            <a:r>
              <a:rPr b="0" lang="en-US" sz="2000" spc="-1" strike="noStrike">
                <a:latin typeface="Open Sans"/>
              </a:rPr>
              <a:t>s</a:t>
            </a:r>
            <a:r>
              <a:rPr b="0" lang="en-US" sz="2000" spc="-1" strike="noStrike">
                <a:latin typeface="Open Sans"/>
              </a:rPr>
              <a:t>e</a:t>
            </a:r>
            <a:r>
              <a:rPr b="0" lang="en-US" sz="2000" spc="-1" strike="noStrike">
                <a:latin typeface="Open Sans"/>
              </a:rPr>
              <a:t>,</a:t>
            </a:r>
            <a:r>
              <a:rPr b="0" lang="en-US" sz="2000" spc="-1" strike="noStrike">
                <a:latin typeface="Open Sans"/>
              </a:rPr>
              <a:t> </a:t>
            </a:r>
            <a:r>
              <a:rPr b="0" lang="en-US" sz="2000" spc="-1" strike="noStrike">
                <a:latin typeface="Open Sans"/>
              </a:rPr>
              <a:t>u</a:t>
            </a:r>
            <a:r>
              <a:rPr b="0" lang="en-US" sz="2000" spc="-1" strike="noStrike">
                <a:latin typeface="Open Sans"/>
              </a:rPr>
              <a:t>n</a:t>
            </a:r>
            <a:r>
              <a:rPr b="0" lang="en-US" sz="2000" spc="-1" strike="noStrike">
                <a:latin typeface="Open Sans"/>
              </a:rPr>
              <a:t>d</a:t>
            </a:r>
            <a:r>
              <a:rPr b="0" lang="en-US" sz="2000" spc="-1" strike="noStrike">
                <a:latin typeface="Open Sans"/>
              </a:rPr>
              <a:t>e</a:t>
            </a:r>
            <a:r>
              <a:rPr b="0" lang="en-US" sz="2000" spc="-1" strike="noStrike">
                <a:latin typeface="Open Sans"/>
              </a:rPr>
              <a:t>f</a:t>
            </a:r>
            <a:r>
              <a:rPr b="0" lang="en-US" sz="2000" spc="-1" strike="noStrike">
                <a:latin typeface="Open Sans"/>
              </a:rPr>
              <a:t>i</a:t>
            </a:r>
            <a:r>
              <a:rPr b="0" lang="en-US" sz="2000" spc="-1" strike="noStrike">
                <a:latin typeface="Open Sans"/>
              </a:rPr>
              <a:t>n</a:t>
            </a:r>
            <a:r>
              <a:rPr b="0" lang="en-US" sz="2000" spc="-1" strike="noStrike">
                <a:latin typeface="Open Sans"/>
              </a:rPr>
              <a:t>e</a:t>
            </a:r>
            <a:r>
              <a:rPr b="0" lang="en-US" sz="2000" spc="-1" strike="noStrike">
                <a:latin typeface="Open Sans"/>
              </a:rPr>
              <a:t>d</a:t>
            </a:r>
            <a:r>
              <a:rPr b="0" lang="en-US" sz="2000" spc="-1" strike="noStrike">
                <a:latin typeface="Open Sans"/>
              </a:rPr>
              <a:t>,</a:t>
            </a:r>
            <a:r>
              <a:rPr b="0" lang="en-US" sz="2000" spc="-1" strike="noStrike">
                <a:latin typeface="Open Sans"/>
              </a:rPr>
              <a:t> </a:t>
            </a:r>
            <a:r>
              <a:rPr b="0" lang="en-US" sz="2000" spc="-1" strike="noStrike">
                <a:latin typeface="Open Sans"/>
              </a:rPr>
              <a:t>o</a:t>
            </a:r>
            <a:r>
              <a:rPr b="0" lang="en-US" sz="2000" spc="-1" strike="noStrike">
                <a:latin typeface="Open Sans"/>
              </a:rPr>
              <a:t>r</a:t>
            </a:r>
            <a:r>
              <a:rPr b="0" lang="en-US" sz="2000" spc="-1" strike="noStrike">
                <a:latin typeface="Open Sans"/>
              </a:rPr>
              <a:t> </a:t>
            </a:r>
            <a:r>
              <a:rPr b="0" lang="en-US" sz="2000" spc="-1" strike="noStrike">
                <a:latin typeface="Open Sans"/>
              </a:rPr>
              <a:t>N</a:t>
            </a:r>
            <a:r>
              <a:rPr b="0" lang="en-US" sz="2000" spc="-1" strike="noStrike">
                <a:latin typeface="Open Sans"/>
              </a:rPr>
              <a:t>a</a:t>
            </a:r>
            <a:r>
              <a:rPr b="0" lang="en-US" sz="2000" spc="-1" strike="noStrike">
                <a:latin typeface="Open Sans"/>
              </a:rPr>
              <a:t>N</a:t>
            </a:r>
            <a:r>
              <a:rPr b="0" lang="en-US" sz="2000" spc="-1" strike="noStrike">
                <a:latin typeface="Open Sans"/>
              </a:rPr>
              <a:t>,</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s</a:t>
            </a:r>
            <a:r>
              <a:rPr b="0" lang="en-US" sz="2000" spc="-1" strike="noStrike">
                <a:latin typeface="Open Sans"/>
              </a:rPr>
              <a:t>e</a:t>
            </a:r>
            <a:r>
              <a:rPr b="0" lang="en-US" sz="2000" spc="-1" strike="noStrike">
                <a:latin typeface="Open Sans"/>
              </a:rPr>
              <a:t>t</a:t>
            </a:r>
            <a:r>
              <a:rPr b="0" lang="en-US" sz="2000" spc="-1" strike="noStrike">
                <a:latin typeface="Open Sans"/>
              </a:rPr>
              <a:t> </a:t>
            </a:r>
            <a:r>
              <a:rPr b="0" lang="en-US" sz="2000" spc="-1" strike="noStrike">
                <a:latin typeface="Open Sans"/>
              </a:rPr>
              <a:t>t</a:t>
            </a:r>
            <a:r>
              <a:rPr b="0" lang="en-US" sz="2000" spc="-1" strike="noStrike">
                <a:latin typeface="Open Sans"/>
              </a:rPr>
              <a:t>o</a:t>
            </a:r>
            <a:r>
              <a:rPr b="0" lang="en-US" sz="2000" spc="-1" strike="noStrike">
                <a:latin typeface="Open Sans"/>
              </a:rPr>
              <a:t> </a:t>
            </a:r>
            <a:r>
              <a:rPr b="0" lang="en-US" sz="2000" spc="-1" strike="noStrike">
                <a:latin typeface="Open Sans"/>
              </a:rPr>
              <a:t>f</a:t>
            </a:r>
            <a:r>
              <a:rPr b="0" lang="en-US" sz="2000" spc="-1" strike="noStrike">
                <a:latin typeface="Open Sans"/>
              </a:rPr>
              <a:t>a</a:t>
            </a:r>
            <a:r>
              <a:rPr b="0" lang="en-US" sz="2000" spc="-1" strike="noStrike">
                <a:latin typeface="Open Sans"/>
              </a:rPr>
              <a:t>l</a:t>
            </a:r>
            <a:r>
              <a:rPr b="0" lang="en-US" sz="2000" spc="-1" strike="noStrike">
                <a:latin typeface="Open Sans"/>
              </a:rPr>
              <a:t>s</a:t>
            </a:r>
            <a:r>
              <a:rPr b="0" lang="en-US" sz="2000" spc="-1" strike="noStrike">
                <a:latin typeface="Open Sans"/>
              </a:rPr>
              <a:t>e</a:t>
            </a:r>
            <a:r>
              <a:rPr b="0" lang="en-US" sz="2000" spc="-1" strike="noStrike">
                <a:latin typeface="Open Sans"/>
              </a:rPr>
              <a:t>.</a:t>
            </a:r>
            <a:r>
              <a:rPr b="0" lang="en-US" sz="2000" spc="-1" strike="noStrike">
                <a:latin typeface="Open Sans"/>
              </a:rPr>
              <a:t> </a:t>
            </a:r>
            <a:r>
              <a:rPr b="0" lang="en-US" sz="2000" spc="-1" strike="noStrike">
                <a:latin typeface="Open Sans"/>
              </a:rPr>
              <a:t>O</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r</a:t>
            </a:r>
            <a:r>
              <a:rPr b="0" lang="en-US" sz="2000" spc="-1" strike="noStrike">
                <a:latin typeface="Open Sans"/>
              </a:rPr>
              <a:t>w</a:t>
            </a:r>
            <a:r>
              <a:rPr b="0" lang="en-US" sz="2000" spc="-1" strike="noStrike">
                <a:latin typeface="Open Sans"/>
              </a:rPr>
              <a:t>i</a:t>
            </a:r>
            <a:r>
              <a:rPr b="0" lang="en-US" sz="2000" spc="-1" strike="noStrike">
                <a:latin typeface="Open Sans"/>
              </a:rPr>
              <a:t>s</a:t>
            </a:r>
            <a:r>
              <a:rPr b="0" lang="en-US" sz="2000" spc="-1" strike="noStrike">
                <a:latin typeface="Open Sans"/>
              </a:rPr>
              <a:t>e</a:t>
            </a:r>
            <a:r>
              <a:rPr b="0" lang="en-US" sz="2000" spc="-1" strike="noStrike">
                <a:latin typeface="Open Sans"/>
              </a:rPr>
              <a:t> </a:t>
            </a:r>
            <a:r>
              <a:rPr b="0" lang="en-US" sz="2000" spc="-1" strike="noStrike">
                <a:latin typeface="Open Sans"/>
              </a:rPr>
              <a:t>i</a:t>
            </a:r>
            <a:r>
              <a:rPr b="0" lang="en-US" sz="2000" spc="-1" strike="noStrike">
                <a:latin typeface="Open Sans"/>
              </a:rPr>
              <a:t>t</a:t>
            </a:r>
            <a:r>
              <a:rPr b="0" lang="en-US" sz="2000" spc="-1" strike="noStrike">
                <a:latin typeface="Open Sans"/>
              </a:rPr>
              <a:t> </a:t>
            </a:r>
            <a:r>
              <a:rPr b="0" lang="en-US" sz="2000" spc="-1" strike="noStrike">
                <a:latin typeface="Open Sans"/>
              </a:rPr>
              <a:t>i</a:t>
            </a:r>
            <a:r>
              <a:rPr b="0" lang="en-US" sz="2000" spc="-1" strike="noStrike">
                <a:latin typeface="Open Sans"/>
              </a:rPr>
              <a:t>s</a:t>
            </a:r>
            <a:r>
              <a:rPr b="0" lang="en-US" sz="2000" spc="-1" strike="noStrike">
                <a:latin typeface="Open Sans"/>
              </a:rPr>
              <a:t> </a:t>
            </a:r>
            <a:r>
              <a:rPr b="0" lang="en-US" sz="2000" spc="-1" strike="noStrike">
                <a:latin typeface="Open Sans"/>
              </a:rPr>
              <a:t>t</a:t>
            </a:r>
            <a:r>
              <a:rPr b="0" lang="en-US" sz="2000" spc="-1" strike="noStrike">
                <a:latin typeface="Open Sans"/>
              </a:rPr>
              <a:t>r</a:t>
            </a:r>
            <a:r>
              <a:rPr b="0" lang="en-US" sz="2000" spc="-1" strike="noStrike">
                <a:latin typeface="Open Sans"/>
              </a:rPr>
              <a:t>u</a:t>
            </a:r>
            <a:r>
              <a:rPr b="0" lang="en-US" sz="2000" spc="-1" strike="noStrike">
                <a:latin typeface="Open Sans"/>
              </a:rPr>
              <a:t>e</a:t>
            </a:r>
            <a:r>
              <a:rPr b="0" lang="en-US" sz="2000" spc="-1" strike="noStrike">
                <a:latin typeface="Open Sans"/>
              </a:rPr>
              <a:t> </a:t>
            </a:r>
            <a:r>
              <a:rPr b="0" lang="en-US" sz="2000" spc="-1" strike="noStrike">
                <a:latin typeface="Open Sans"/>
              </a:rPr>
              <a:t>(</a:t>
            </a:r>
            <a:r>
              <a:rPr b="0" lang="en-US" sz="2000" spc="-1" strike="noStrike">
                <a:latin typeface="Open Sans"/>
              </a:rPr>
              <a:t>e</a:t>
            </a:r>
            <a:r>
              <a:rPr b="0" lang="en-US" sz="2000" spc="-1" strike="noStrike">
                <a:latin typeface="Open Sans"/>
              </a:rPr>
              <a:t>v</a:t>
            </a:r>
            <a:r>
              <a:rPr b="0" lang="en-US" sz="2000" spc="-1" strike="noStrike">
                <a:latin typeface="Open Sans"/>
              </a:rPr>
              <a:t>e</a:t>
            </a:r>
            <a:r>
              <a:rPr b="0" lang="en-US" sz="2000" spc="-1" strike="noStrike">
                <a:latin typeface="Open Sans"/>
              </a:rPr>
              <a:t>n</a:t>
            </a:r>
            <a:r>
              <a:rPr b="0" lang="en-US" sz="2000" spc="-1" strike="noStrike">
                <a:latin typeface="Open Sans"/>
              </a:rPr>
              <a:t> </a:t>
            </a:r>
            <a:r>
              <a:rPr b="0" lang="en-US" sz="2000" spc="-1" strike="noStrike">
                <a:latin typeface="Open Sans"/>
              </a:rPr>
              <a:t>w</a:t>
            </a:r>
            <a:r>
              <a:rPr b="0" lang="en-US" sz="2000" spc="-1" strike="noStrike">
                <a:latin typeface="Open Sans"/>
              </a:rPr>
              <a:t>i</a:t>
            </a:r>
            <a:r>
              <a:rPr b="0" lang="en-US" sz="2000" spc="-1" strike="noStrike">
                <a:latin typeface="Open Sans"/>
              </a:rPr>
              <a:t>t</a:t>
            </a:r>
            <a:r>
              <a:rPr b="0" lang="en-US" sz="2000" spc="-1" strike="noStrike">
                <a:latin typeface="Open Sans"/>
              </a:rPr>
              <a:t>h</a:t>
            </a:r>
            <a:r>
              <a:rPr b="0" lang="en-US" sz="2000" spc="-1" strike="noStrike">
                <a:latin typeface="Open Sans"/>
              </a:rPr>
              <a:t> </a:t>
            </a:r>
            <a:r>
              <a:rPr b="0" lang="en-US" sz="2000" spc="-1" strike="noStrike">
                <a:latin typeface="Open Sans"/>
              </a:rPr>
              <a:t>t</a:t>
            </a:r>
            <a:r>
              <a:rPr b="0" lang="en-US" sz="2000" spc="-1" strike="noStrike">
                <a:latin typeface="Open Sans"/>
              </a:rPr>
              <a:t>h</a:t>
            </a:r>
            <a:r>
              <a:rPr b="0" lang="en-US" sz="2000" spc="-1" strike="noStrike">
                <a:latin typeface="Open Sans"/>
              </a:rPr>
              <a:t>e</a:t>
            </a:r>
            <a:r>
              <a:rPr b="0" lang="en-US" sz="2000" spc="-1" strike="noStrike">
                <a:latin typeface="Open Sans"/>
              </a:rPr>
              <a:t> </a:t>
            </a:r>
            <a:r>
              <a:rPr b="0" lang="en-US" sz="2000" spc="-1" strike="noStrike">
                <a:latin typeface="Open Sans"/>
              </a:rPr>
              <a:t>s</a:t>
            </a:r>
            <a:r>
              <a:rPr b="0" lang="en-US" sz="2000" spc="-1" strike="noStrike">
                <a:latin typeface="Open Sans"/>
              </a:rPr>
              <a:t>t</a:t>
            </a:r>
            <a:r>
              <a:rPr b="0" lang="en-US" sz="2000" spc="-1" strike="noStrike">
                <a:latin typeface="Open Sans"/>
              </a:rPr>
              <a:t>r</a:t>
            </a:r>
            <a:r>
              <a:rPr b="0" lang="en-US" sz="2000" spc="-1" strike="noStrike">
                <a:latin typeface="Open Sans"/>
              </a:rPr>
              <a:t>i</a:t>
            </a:r>
            <a:r>
              <a:rPr b="0" lang="en-US" sz="2000" spc="-1" strike="noStrike">
                <a:latin typeface="Open Sans"/>
              </a:rPr>
              <a:t>n</a:t>
            </a:r>
            <a:r>
              <a:rPr b="0" lang="en-US" sz="2000" spc="-1" strike="noStrike">
                <a:latin typeface="Open Sans"/>
              </a:rPr>
              <a:t>g</a:t>
            </a:r>
            <a:r>
              <a:rPr b="0" lang="en-US" sz="2000" spc="-1" strike="noStrike">
                <a:latin typeface="Open Sans"/>
              </a:rPr>
              <a:t> </a:t>
            </a:r>
            <a:r>
              <a:rPr b="0" lang="en-US" sz="2000" spc="-1" strike="noStrike">
                <a:latin typeface="Open Sans"/>
              </a:rPr>
              <a:t>"</a:t>
            </a:r>
            <a:r>
              <a:rPr b="0" lang="en-US" sz="2000" spc="-1" strike="noStrike">
                <a:latin typeface="Open Sans"/>
              </a:rPr>
              <a:t>f</a:t>
            </a:r>
            <a:r>
              <a:rPr b="0" lang="en-US" sz="2000" spc="-1" strike="noStrike">
                <a:latin typeface="Open Sans"/>
              </a:rPr>
              <a:t>a</a:t>
            </a:r>
            <a:r>
              <a:rPr b="0" lang="en-US" sz="2000" spc="-1" strike="noStrike">
                <a:latin typeface="Open Sans"/>
              </a:rPr>
              <a:t>l</a:t>
            </a:r>
            <a:r>
              <a:rPr b="0" lang="en-US" sz="2000" spc="-1" strike="noStrike">
                <a:latin typeface="Open Sans"/>
              </a:rPr>
              <a:t>s</a:t>
            </a:r>
            <a:r>
              <a:rPr b="0" lang="en-US" sz="2000" spc="-1" strike="noStrike">
                <a:latin typeface="Open Sans"/>
              </a:rPr>
              <a:t>e</a:t>
            </a:r>
            <a:r>
              <a:rPr b="0" lang="en-US" sz="2000" spc="-1" strike="noStrike">
                <a:latin typeface="Open Sans"/>
              </a:rPr>
              <a:t>"</a:t>
            </a:r>
            <a:r>
              <a:rPr b="0" lang="en-US" sz="2000" spc="-1" strike="noStrike">
                <a:latin typeface="Open Sans"/>
              </a:rPr>
              <a:t>)</a:t>
            </a:r>
            <a:r>
              <a:rPr b="0" lang="en-US" sz="2000" spc="-1" strike="noStrike">
                <a:latin typeface="Open Sans"/>
              </a:rPr>
              <a: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e</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o</a:t>
            </a:r>
            <a:r>
              <a:rPr b="0" lang="en-US" sz="2000" spc="-1" strike="noStrike">
                <a:latin typeface="Open Sans"/>
              </a:rPr>
              <a:t>b</a:t>
            </a:r>
            <a:r>
              <a:rPr b="0" lang="en-US" sz="2000" spc="-1" strike="noStrike">
                <a:latin typeface="Open Sans"/>
              </a:rPr>
              <a:t>j</a:t>
            </a:r>
            <a:r>
              <a:rPr b="0" lang="en-US" sz="2000" spc="-1" strike="noStrike">
                <a:latin typeface="Open Sans"/>
              </a:rPr>
              <a:t>e</a:t>
            </a:r>
            <a:r>
              <a:rPr b="0" lang="en-US" sz="2000" spc="-1" strike="noStrike">
                <a:latin typeface="Open Sans"/>
              </a:rPr>
              <a:t>c</a:t>
            </a:r>
            <a:r>
              <a:rPr b="0" lang="en-US" sz="2000" spc="-1" strike="noStrike">
                <a:latin typeface="Open Sans"/>
              </a:rPr>
              <a:t>t</a:t>
            </a:r>
            <a:r>
              <a:rPr b="0" lang="en-US" sz="2000" spc="-1" strike="noStrike">
                <a:latin typeface="Open Sans"/>
              </a:rPr>
              <a:t> </a:t>
            </a:r>
            <a:r>
              <a:rPr b="0" lang="en-US" sz="2000" spc="-1" strike="noStrike">
                <a:latin typeface="Open Sans"/>
              </a:rPr>
              <a:t>c</a:t>
            </a:r>
            <a:r>
              <a:rPr b="0" lang="en-US" sz="2000" spc="-1" strike="noStrike">
                <a:latin typeface="Open Sans"/>
              </a:rPr>
              <a:t>a</a:t>
            </a:r>
            <a:r>
              <a:rPr b="0" lang="en-US" sz="2000" spc="-1" strike="noStrike">
                <a:latin typeface="Open Sans"/>
              </a:rPr>
              <a:t>n</a:t>
            </a:r>
            <a:r>
              <a:rPr b="0" lang="en-US" sz="2000" spc="-1" strike="noStrike">
                <a:latin typeface="Open Sans"/>
              </a:rPr>
              <a:t> </a:t>
            </a:r>
            <a:r>
              <a:rPr b="0" lang="en-US" sz="2000" spc="-1" strike="noStrike">
                <a:latin typeface="Open Sans"/>
              </a:rPr>
              <a:t>b</a:t>
            </a:r>
            <a:r>
              <a:rPr b="0" lang="en-US" sz="2000" spc="-1" strike="noStrike">
                <a:latin typeface="Open Sans"/>
              </a:rPr>
              <a:t>e</a:t>
            </a:r>
            <a:r>
              <a:rPr b="0" lang="en-US" sz="2000" spc="-1" strike="noStrike">
                <a:latin typeface="Open Sans"/>
              </a:rPr>
              <a:t> </a:t>
            </a:r>
            <a:r>
              <a:rPr b="0" lang="en-US" sz="2000" spc="-1" strike="noStrike">
                <a:latin typeface="Open Sans"/>
              </a:rPr>
              <a:t>c</a:t>
            </a:r>
            <a:r>
              <a:rPr b="0" lang="en-US" sz="2000" spc="-1" strike="noStrike">
                <a:latin typeface="Open Sans"/>
              </a:rPr>
              <a:t>r</a:t>
            </a:r>
            <a:r>
              <a:rPr b="0" lang="en-US" sz="2000" spc="-1" strike="noStrike">
                <a:latin typeface="Open Sans"/>
              </a:rPr>
              <a:t>e</a:t>
            </a:r>
            <a:r>
              <a:rPr b="0" lang="en-US" sz="2000" spc="-1" strike="noStrike">
                <a:latin typeface="Open Sans"/>
              </a:rPr>
              <a:t>a</a:t>
            </a:r>
            <a:r>
              <a:rPr b="0" lang="en-US" sz="2000" spc="-1" strike="noStrike">
                <a:latin typeface="Open Sans"/>
              </a:rPr>
              <a:t>t</a:t>
            </a:r>
            <a:r>
              <a:rPr b="0" lang="en-US" sz="2000" spc="-1" strike="noStrike">
                <a:latin typeface="Open Sans"/>
              </a:rPr>
              <a:t>e</a:t>
            </a:r>
            <a:r>
              <a:rPr b="0" lang="en-US" sz="2000" spc="-1" strike="noStrike">
                <a:latin typeface="Open Sans"/>
              </a:rPr>
              <a:t>d</a:t>
            </a:r>
            <a:r>
              <a:rPr b="0" lang="en-US" sz="2000" spc="-1" strike="noStrike">
                <a:latin typeface="Open Sans"/>
              </a:rPr>
              <a:t> </a:t>
            </a:r>
            <a:r>
              <a:rPr b="0" lang="en-US" sz="2000" spc="-1" strike="noStrike">
                <a:latin typeface="Open Sans"/>
              </a:rPr>
              <a:t>b</a:t>
            </a:r>
            <a:r>
              <a:rPr b="0" lang="en-US" sz="2000" spc="-1" strike="noStrike">
                <a:latin typeface="Open Sans"/>
              </a:rPr>
              <a:t>y</a:t>
            </a:r>
            <a:r>
              <a:rPr b="0" lang="en-US" sz="2000" spc="-1" strike="noStrike">
                <a:latin typeface="Open Sans"/>
              </a:rPr>
              <a:t> </a:t>
            </a:r>
            <a:r>
              <a:rPr b="0" lang="en-US" sz="2000" spc="-1" strike="noStrike">
                <a:latin typeface="Open Sans"/>
              </a:rPr>
              <a:t>u</a:t>
            </a:r>
            <a:r>
              <a:rPr b="0" lang="en-US" sz="2000" spc="-1" strike="noStrike">
                <a:latin typeface="Open Sans"/>
              </a:rPr>
              <a:t>s</a:t>
            </a:r>
            <a:r>
              <a:rPr b="0" lang="en-US" sz="2000" spc="-1" strike="noStrike">
                <a:latin typeface="Open Sans"/>
              </a:rPr>
              <a:t>i</a:t>
            </a:r>
            <a:r>
              <a:rPr b="0" lang="en-US" sz="2000" spc="-1" strike="noStrike">
                <a:latin typeface="Open Sans"/>
              </a:rPr>
              <a:t>n</a:t>
            </a:r>
            <a:r>
              <a:rPr b="0" lang="en-US" sz="2000" spc="-1" strike="noStrike">
                <a:latin typeface="Open Sans"/>
              </a:rPr>
              <a:t>g</a:t>
            </a:r>
            <a:r>
              <a:rPr b="0" lang="en-US" sz="2000" spc="-1" strike="noStrike">
                <a:latin typeface="Open Sans"/>
              </a:rPr>
              <a:t> </a:t>
            </a:r>
            <a:r>
              <a:rPr b="0" lang="en-US" sz="2000" spc="-1" strike="noStrike">
                <a:latin typeface="Open Sans"/>
              </a:rPr>
              <a:t>f</a:t>
            </a:r>
            <a:r>
              <a:rPr b="0" lang="en-US" sz="2000" spc="-1" strike="noStrike">
                <a:latin typeface="Open Sans"/>
              </a:rPr>
              <a:t>o</a:t>
            </a:r>
            <a:r>
              <a:rPr b="0" lang="en-US" sz="2000" spc="-1" strike="noStrike">
                <a:latin typeface="Open Sans"/>
              </a:rPr>
              <a:t>l</a:t>
            </a:r>
            <a:r>
              <a:rPr b="0" lang="en-US" sz="2000" spc="-1" strike="noStrike">
                <a:latin typeface="Open Sans"/>
              </a:rPr>
              <a:t>l</a:t>
            </a:r>
            <a:r>
              <a:rPr b="0" lang="en-US" sz="2000" spc="-1" strike="noStrike">
                <a:latin typeface="Open Sans"/>
              </a:rPr>
              <a:t>o</a:t>
            </a:r>
            <a:r>
              <a:rPr b="0" lang="en-US" sz="2000" spc="-1" strike="noStrike">
                <a:latin typeface="Open Sans"/>
              </a:rPr>
              <a:t>w</a:t>
            </a:r>
            <a:r>
              <a:rPr b="0" lang="en-US" sz="2000" spc="-1" strike="noStrike">
                <a:latin typeface="Open Sans"/>
              </a:rPr>
              <a:t>i</a:t>
            </a:r>
            <a:r>
              <a:rPr b="0" lang="en-US" sz="2000" spc="-1" strike="noStrike">
                <a:latin typeface="Open Sans"/>
              </a:rPr>
              <a:t>n</a:t>
            </a:r>
            <a:r>
              <a:rPr b="0" lang="en-US" sz="2000" spc="-1" strike="noStrike">
                <a:latin typeface="Open Sans"/>
              </a:rPr>
              <a:t>g</a:t>
            </a:r>
            <a:r>
              <a:rPr b="0" lang="en-US" sz="2000" spc="-1" strike="noStrike">
                <a:latin typeface="Open Sans"/>
              </a:rPr>
              <a:t> </a:t>
            </a:r>
            <a:r>
              <a:rPr b="0" lang="en-US" sz="2000" spc="-1" strike="noStrike">
                <a:latin typeface="Open Sans"/>
              </a:rPr>
              <a:t>w</a:t>
            </a:r>
            <a:r>
              <a:rPr b="0" lang="en-US" sz="2000" spc="-1" strike="noStrike">
                <a:latin typeface="Open Sans"/>
              </a:rPr>
              <a:t>a</a:t>
            </a:r>
            <a:r>
              <a:rPr b="0" lang="en-US" sz="2000" spc="-1" strike="noStrike">
                <a:latin typeface="Open Sans"/>
              </a:rPr>
              <a:t>y</a:t>
            </a:r>
            <a:r>
              <a:rPr b="0" lang="en-US" sz="2000" spc="-1" strike="noStrike">
                <a:latin typeface="Open Sans"/>
              </a:rPr>
              <a:t>s</a:t>
            </a:r>
            <a:r>
              <a:rPr b="0" lang="en-US" sz="2000" spc="-1" strike="noStrike">
                <a:latin typeface="Open Sans"/>
              </a:rPr>
              <a:t>:</a:t>
            </a:r>
            <a:endParaRPr b="0" lang="en-US" sz="2000" spc="-1" strike="noStrike">
              <a:latin typeface="Arial"/>
            </a:endParaRPr>
          </a:p>
          <a:p>
            <a:pPr marL="216000" indent="-216000">
              <a:lnSpc>
                <a:spcPct val="100000"/>
              </a:lnSpc>
              <a:buClr>
                <a:srgbClr val="000000"/>
              </a:buClr>
              <a:buFont typeface="Wingdings" charset="2"/>
              <a:buChar char=""/>
            </a:pPr>
            <a:endParaRPr b="0" lang="en-US" sz="2000" spc="-1" strike="noStrike">
              <a:latin typeface="Arial"/>
            </a:endParaRPr>
          </a:p>
          <a:p>
            <a:pPr>
              <a:lnSpc>
                <a:spcPct val="100000"/>
              </a:lnSpc>
            </a:pPr>
            <a:r>
              <a:rPr b="1" lang="en-US" sz="2000" spc="-1" strike="noStrike">
                <a:latin typeface="Open Sans"/>
              </a:rPr>
              <a:t>U</a:t>
            </a:r>
            <a:r>
              <a:rPr b="1" lang="en-US" sz="2000" spc="-1" strike="noStrike">
                <a:latin typeface="Open Sans"/>
              </a:rPr>
              <a:t>s</a:t>
            </a:r>
            <a:r>
              <a:rPr b="1" lang="en-US" sz="2000" spc="-1" strike="noStrike">
                <a:latin typeface="Open Sans"/>
              </a:rPr>
              <a:t>i</a:t>
            </a:r>
            <a:r>
              <a:rPr b="1" lang="en-US" sz="2000" spc="-1" strike="noStrike">
                <a:latin typeface="Open Sans"/>
              </a:rPr>
              <a:t>n</a:t>
            </a:r>
            <a:r>
              <a:rPr b="1" lang="en-US" sz="2000" spc="-1" strike="noStrike">
                <a:latin typeface="Open Sans"/>
              </a:rPr>
              <a:t>g</a:t>
            </a:r>
            <a:r>
              <a:rPr b="1" lang="en-US" sz="2000" spc="-1" strike="noStrike">
                <a:latin typeface="Open Sans"/>
              </a:rPr>
              <a:t> </a:t>
            </a:r>
            <a:r>
              <a:rPr b="1" lang="en-US" sz="2000" spc="-1" strike="noStrike">
                <a:latin typeface="Open Sans"/>
              </a:rPr>
              <a:t>B</a:t>
            </a:r>
            <a:r>
              <a:rPr b="1" lang="en-US" sz="2000" spc="-1" strike="noStrike">
                <a:latin typeface="Open Sans"/>
              </a:rPr>
              <a:t>o</a:t>
            </a:r>
            <a:r>
              <a:rPr b="1" lang="en-US" sz="2000" spc="-1" strike="noStrike">
                <a:latin typeface="Open Sans"/>
              </a:rPr>
              <a:t>o</a:t>
            </a:r>
            <a:r>
              <a:rPr b="1" lang="en-US" sz="2000" spc="-1" strike="noStrike">
                <a:latin typeface="Open Sans"/>
              </a:rPr>
              <a:t>l</a:t>
            </a:r>
            <a:r>
              <a:rPr b="1" lang="en-US" sz="2000" spc="-1" strike="noStrike">
                <a:latin typeface="Open Sans"/>
              </a:rPr>
              <a:t>e</a:t>
            </a:r>
            <a:r>
              <a:rPr b="1" lang="en-US" sz="2000" spc="-1" strike="noStrike">
                <a:latin typeface="Open Sans"/>
              </a:rPr>
              <a:t>a</a:t>
            </a:r>
            <a:r>
              <a:rPr b="1" lang="en-US" sz="2000" spc="-1" strike="noStrike">
                <a:latin typeface="Open Sans"/>
              </a:rPr>
              <a:t>n</a:t>
            </a:r>
            <a:r>
              <a:rPr b="1" lang="en-US" sz="2000" spc="-1" strike="noStrike">
                <a:latin typeface="Open Sans"/>
              </a:rPr>
              <a:t> </a:t>
            </a:r>
            <a:r>
              <a:rPr b="1" lang="en-US" sz="2000" spc="-1" strike="noStrike">
                <a:latin typeface="Open Sans"/>
              </a:rPr>
              <a:t>L</a:t>
            </a:r>
            <a:r>
              <a:rPr b="1" lang="en-US" sz="2000" spc="-1" strike="noStrike">
                <a:latin typeface="Open Sans"/>
              </a:rPr>
              <a:t>i</a:t>
            </a:r>
            <a:r>
              <a:rPr b="1" lang="en-US" sz="2000" spc="-1" strike="noStrike">
                <a:latin typeface="Open Sans"/>
              </a:rPr>
              <a:t>t</a:t>
            </a:r>
            <a:r>
              <a:rPr b="1" lang="en-US" sz="2000" spc="-1" strike="noStrike">
                <a:latin typeface="Open Sans"/>
              </a:rPr>
              <a:t>e</a:t>
            </a:r>
            <a:r>
              <a:rPr b="1" lang="en-US" sz="2000" spc="-1" strike="noStrike">
                <a:latin typeface="Open Sans"/>
              </a:rPr>
              <a:t>r</a:t>
            </a:r>
            <a:r>
              <a:rPr b="1" lang="en-US" sz="2000" spc="-1" strike="noStrike">
                <a:latin typeface="Open Sans"/>
              </a:rPr>
              <a:t>a</a:t>
            </a:r>
            <a:r>
              <a:rPr b="1" lang="en-US" sz="2000" spc="-1" strike="noStrike">
                <a:latin typeface="Open Sans"/>
              </a:rPr>
              <a:t>l</a:t>
            </a:r>
            <a:r>
              <a:rPr b="1" lang="en-US" sz="2000" spc="-1" strike="noStrike">
                <a:latin typeface="Open Sans"/>
              </a:rPr>
              <a:t> </a:t>
            </a:r>
            <a:r>
              <a:rPr b="1" lang="en-US" sz="2000" spc="-1" strike="noStrike">
                <a:latin typeface="Open Sans"/>
              </a:rPr>
              <a:t>N</a:t>
            </a:r>
            <a:r>
              <a:rPr b="1" lang="en-US" sz="2000" spc="-1" strike="noStrike">
                <a:latin typeface="Open Sans"/>
              </a:rPr>
              <a:t>o</a:t>
            </a:r>
            <a:r>
              <a:rPr b="1" lang="en-US" sz="2000" spc="-1" strike="noStrike">
                <a:latin typeface="Open Sans"/>
              </a:rPr>
              <a:t>t</a:t>
            </a:r>
            <a:r>
              <a:rPr b="1" lang="en-US" sz="2000" spc="-1" strike="noStrike">
                <a:latin typeface="Open Sans"/>
              </a:rPr>
              <a:t>a</a:t>
            </a:r>
            <a:r>
              <a:rPr b="1" lang="en-US" sz="2000" spc="-1" strike="noStrike">
                <a:latin typeface="Open Sans"/>
              </a:rPr>
              <a:t>t</a:t>
            </a:r>
            <a:r>
              <a:rPr b="1" lang="en-US" sz="2000" spc="-1" strike="noStrike">
                <a:latin typeface="Open Sans"/>
              </a:rPr>
              <a:t>i</a:t>
            </a:r>
            <a:r>
              <a:rPr b="1" lang="en-US" sz="2000" spc="-1" strike="noStrike">
                <a:latin typeface="Open Sans"/>
              </a:rPr>
              <a:t>o</a:t>
            </a:r>
            <a:r>
              <a:rPr b="1" lang="en-US" sz="2000" spc="-1" strike="noStrike">
                <a:latin typeface="Open Sans"/>
              </a:rPr>
              <a:t>n</a:t>
            </a:r>
            <a:r>
              <a:rPr b="0" lang="en-US" sz="2000" spc="-1" strike="noStrike">
                <a:latin typeface="Open Sans"/>
              </a:rPr>
              <a:t>:</a:t>
            </a:r>
            <a:r>
              <a:rPr b="0" lang="en-US" sz="2000" spc="-1" strike="noStrike">
                <a:latin typeface="Open Sans"/>
              </a:rPr>
              <a:t> </a:t>
            </a:r>
            <a:r>
              <a:rPr b="0" lang="en-US" sz="2000" spc="-1" strike="noStrike">
                <a:latin typeface="Open Sans"/>
              </a:rPr>
              <a:t>v</a:t>
            </a:r>
            <a:r>
              <a:rPr b="0" lang="en-US" sz="2000" spc="-1" strike="noStrike">
                <a:latin typeface="Open Sans"/>
              </a:rPr>
              <a:t>a</a:t>
            </a:r>
            <a:r>
              <a:rPr b="0" lang="en-US" sz="2000" spc="-1" strike="noStrike">
                <a:latin typeface="Open Sans"/>
              </a:rPr>
              <a:t>r</a:t>
            </a:r>
            <a:r>
              <a:rPr b="0" lang="en-US" sz="2000" spc="-1" strike="noStrike">
                <a:latin typeface="Open Sans"/>
              </a:rPr>
              <a:t> </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 </a:t>
            </a:r>
            <a:r>
              <a:rPr b="0" lang="en-US" sz="2000" spc="-1" strike="noStrike">
                <a:latin typeface="Open Sans"/>
              </a:rPr>
              <a:t>=</a:t>
            </a:r>
            <a:r>
              <a:rPr b="0" lang="en-US" sz="2000" spc="-1" strike="noStrike">
                <a:latin typeface="Open Sans"/>
              </a:rPr>
              <a:t> </a:t>
            </a:r>
            <a:r>
              <a:rPr b="0" lang="en-US" sz="2000" spc="-1" strike="noStrike">
                <a:latin typeface="Open Sans"/>
              </a:rPr>
              <a:t>t</a:t>
            </a:r>
            <a:r>
              <a:rPr b="0" lang="en-US" sz="2000" spc="-1" strike="noStrike">
                <a:latin typeface="Open Sans"/>
              </a:rPr>
              <a:t>r</a:t>
            </a:r>
            <a:r>
              <a:rPr b="0" lang="en-US" sz="2000" spc="-1" strike="noStrike">
                <a:latin typeface="Open Sans"/>
              </a:rPr>
              <a:t>u</a:t>
            </a:r>
            <a:r>
              <a:rPr b="0" lang="en-US" sz="2000" spc="-1" strike="noStrike">
                <a:latin typeface="Open Sans"/>
              </a:rPr>
              <a:t>e</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1" lang="en-US" sz="2000" spc="-1" strike="noStrike">
                <a:latin typeface="Open Sans"/>
              </a:rPr>
              <a:t>U</a:t>
            </a:r>
            <a:r>
              <a:rPr b="1" lang="en-US" sz="2000" spc="-1" strike="noStrike">
                <a:latin typeface="Open Sans"/>
              </a:rPr>
              <a:t>s</a:t>
            </a:r>
            <a:r>
              <a:rPr b="1" lang="en-US" sz="2000" spc="-1" strike="noStrike">
                <a:latin typeface="Open Sans"/>
              </a:rPr>
              <a:t>i</a:t>
            </a:r>
            <a:r>
              <a:rPr b="1" lang="en-US" sz="2000" spc="-1" strike="noStrike">
                <a:latin typeface="Open Sans"/>
              </a:rPr>
              <a:t>n</a:t>
            </a:r>
            <a:r>
              <a:rPr b="1" lang="en-US" sz="2000" spc="-1" strike="noStrike">
                <a:latin typeface="Open Sans"/>
              </a:rPr>
              <a:t>g</a:t>
            </a:r>
            <a:r>
              <a:rPr b="1" lang="en-US" sz="2000" spc="-1" strike="noStrike">
                <a:latin typeface="Open Sans"/>
              </a:rPr>
              <a:t> </a:t>
            </a:r>
            <a:r>
              <a:rPr b="1" lang="en-US" sz="2000" spc="-1" strike="noStrike">
                <a:latin typeface="Open Sans"/>
              </a:rPr>
              <a:t>B</a:t>
            </a:r>
            <a:r>
              <a:rPr b="1" lang="en-US" sz="2000" spc="-1" strike="noStrike">
                <a:latin typeface="Open Sans"/>
              </a:rPr>
              <a:t>o</a:t>
            </a:r>
            <a:r>
              <a:rPr b="1" lang="en-US" sz="2000" spc="-1" strike="noStrike">
                <a:latin typeface="Open Sans"/>
              </a:rPr>
              <a:t>o</a:t>
            </a:r>
            <a:r>
              <a:rPr b="1" lang="en-US" sz="2000" spc="-1" strike="noStrike">
                <a:latin typeface="Open Sans"/>
              </a:rPr>
              <a:t>l</a:t>
            </a:r>
            <a:r>
              <a:rPr b="1" lang="en-US" sz="2000" spc="-1" strike="noStrike">
                <a:latin typeface="Open Sans"/>
              </a:rPr>
              <a:t>e</a:t>
            </a:r>
            <a:r>
              <a:rPr b="1" lang="en-US" sz="2000" spc="-1" strike="noStrike">
                <a:latin typeface="Open Sans"/>
              </a:rPr>
              <a:t>a</a:t>
            </a:r>
            <a:r>
              <a:rPr b="1" lang="en-US" sz="2000" spc="-1" strike="noStrike">
                <a:latin typeface="Open Sans"/>
              </a:rPr>
              <a:t>n</a:t>
            </a:r>
            <a:r>
              <a:rPr b="1" lang="en-US" sz="2000" spc="-1" strike="noStrike">
                <a:latin typeface="Open Sans"/>
              </a:rPr>
              <a:t> </a:t>
            </a:r>
            <a:r>
              <a:rPr b="1" lang="en-US" sz="2000" spc="-1" strike="noStrike">
                <a:latin typeface="Open Sans"/>
              </a:rPr>
              <a:t>O</a:t>
            </a:r>
            <a:r>
              <a:rPr b="1" lang="en-US" sz="2000" spc="-1" strike="noStrike">
                <a:latin typeface="Open Sans"/>
              </a:rPr>
              <a:t>b</a:t>
            </a:r>
            <a:r>
              <a:rPr b="1" lang="en-US" sz="2000" spc="-1" strike="noStrike">
                <a:latin typeface="Open Sans"/>
              </a:rPr>
              <a:t>j</a:t>
            </a:r>
            <a:r>
              <a:rPr b="1" lang="en-US" sz="2000" spc="-1" strike="noStrike">
                <a:latin typeface="Open Sans"/>
              </a:rPr>
              <a:t>e</a:t>
            </a:r>
            <a:r>
              <a:rPr b="1" lang="en-US" sz="2000" spc="-1" strike="noStrike">
                <a:latin typeface="Open Sans"/>
              </a:rPr>
              <a:t>c</a:t>
            </a:r>
            <a:r>
              <a:rPr b="1" lang="en-US" sz="2000" spc="-1" strike="noStrike">
                <a:latin typeface="Open Sans"/>
              </a:rPr>
              <a:t>t</a:t>
            </a:r>
            <a:r>
              <a:rPr b="1" lang="en-US" sz="2000" spc="-1" strike="noStrike">
                <a:latin typeface="Open Sans"/>
              </a:rPr>
              <a:t> </a:t>
            </a:r>
            <a:r>
              <a:rPr b="1" lang="en-US" sz="2000" spc="-1" strike="noStrike">
                <a:latin typeface="Open Sans"/>
              </a:rPr>
              <a:t>a</a:t>
            </a:r>
            <a:r>
              <a:rPr b="1" lang="en-US" sz="2000" spc="-1" strike="noStrike">
                <a:latin typeface="Open Sans"/>
              </a:rPr>
              <a:t>s</a:t>
            </a:r>
            <a:r>
              <a:rPr b="1" lang="en-US" sz="2000" spc="-1" strike="noStrike">
                <a:latin typeface="Open Sans"/>
              </a:rPr>
              <a:t> </a:t>
            </a:r>
            <a:r>
              <a:rPr b="1" lang="en-US" sz="2000" spc="-1" strike="noStrike">
                <a:latin typeface="Open Sans"/>
              </a:rPr>
              <a:t>F</a:t>
            </a:r>
            <a:r>
              <a:rPr b="1" lang="en-US" sz="2000" spc="-1" strike="noStrike">
                <a:latin typeface="Open Sans"/>
              </a:rPr>
              <a:t>u</a:t>
            </a:r>
            <a:r>
              <a:rPr b="1" lang="en-US" sz="2000" spc="-1" strike="noStrike">
                <a:latin typeface="Open Sans"/>
              </a:rPr>
              <a:t>n</a:t>
            </a:r>
            <a:r>
              <a:rPr b="1" lang="en-US" sz="2000" spc="-1" strike="noStrike">
                <a:latin typeface="Open Sans"/>
              </a:rPr>
              <a:t>c</a:t>
            </a:r>
            <a:r>
              <a:rPr b="1" lang="en-US" sz="2000" spc="-1" strike="noStrike">
                <a:latin typeface="Open Sans"/>
              </a:rPr>
              <a:t>t</a:t>
            </a:r>
            <a:r>
              <a:rPr b="1" lang="en-US" sz="2000" spc="-1" strike="noStrike">
                <a:latin typeface="Open Sans"/>
              </a:rPr>
              <a:t>i</a:t>
            </a:r>
            <a:r>
              <a:rPr b="1" lang="en-US" sz="2000" spc="-1" strike="noStrike">
                <a:latin typeface="Open Sans"/>
              </a:rPr>
              <a:t>o</a:t>
            </a:r>
            <a:r>
              <a:rPr b="1" lang="en-US" sz="2000" spc="-1" strike="noStrike">
                <a:latin typeface="Open Sans"/>
              </a:rPr>
              <a:t>n</a:t>
            </a:r>
            <a:r>
              <a:rPr b="0" lang="en-US" sz="2000" spc="-1" strike="noStrike">
                <a:latin typeface="Open Sans"/>
              </a:rPr>
              <a:t>:</a:t>
            </a:r>
            <a:r>
              <a:rPr b="0" lang="en-US" sz="2000" spc="-1" strike="noStrike">
                <a:latin typeface="Open Sans"/>
              </a:rPr>
              <a:t> </a:t>
            </a:r>
            <a:r>
              <a:rPr b="0" lang="en-US" sz="2000" spc="-1" strike="noStrike">
                <a:latin typeface="Open Sans"/>
              </a:rPr>
              <a:t>v</a:t>
            </a:r>
            <a:r>
              <a:rPr b="0" lang="en-US" sz="2000" spc="-1" strike="noStrike">
                <a:latin typeface="Open Sans"/>
              </a:rPr>
              <a:t>a</a:t>
            </a:r>
            <a:r>
              <a:rPr b="0" lang="en-US" sz="2000" spc="-1" strike="noStrike">
                <a:latin typeface="Open Sans"/>
              </a:rPr>
              <a:t>r</a:t>
            </a:r>
            <a:r>
              <a:rPr b="0" lang="en-US" sz="2000" spc="-1" strike="noStrike">
                <a:latin typeface="Open Sans"/>
              </a:rPr>
              <a:t> </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 </a:t>
            </a:r>
            <a:r>
              <a:rPr b="0" lang="en-US" sz="2000" spc="-1" strike="noStrike">
                <a:latin typeface="Open Sans"/>
              </a:rPr>
              <a:t>=</a:t>
            </a:r>
            <a:r>
              <a:rPr b="0" lang="en-US" sz="2000" spc="-1" strike="noStrike">
                <a:latin typeface="Open Sans"/>
              </a:rPr>
              <a:t> </a:t>
            </a:r>
            <a:r>
              <a:rPr b="0" lang="en-US" sz="2000" spc="-1" strike="noStrike">
                <a:latin typeface="Open Sans"/>
              </a:rPr>
              <a:t>B</a:t>
            </a:r>
            <a:r>
              <a:rPr b="0" lang="en-US" sz="2000" spc="-1" strike="noStrike">
                <a:latin typeface="Open Sans"/>
              </a:rPr>
              <a:t>o</a:t>
            </a:r>
            <a:r>
              <a:rPr b="0" lang="en-US" sz="2000" spc="-1" strike="noStrike">
                <a:latin typeface="Open Sans"/>
              </a:rPr>
              <a:t>o</a:t>
            </a:r>
            <a:r>
              <a:rPr b="0" lang="en-US" sz="2000" spc="-1" strike="noStrike">
                <a:latin typeface="Open Sans"/>
              </a:rPr>
              <a:t>l</a:t>
            </a:r>
            <a:r>
              <a:rPr b="0" lang="en-US" sz="2000" spc="-1" strike="noStrike">
                <a:latin typeface="Open Sans"/>
              </a:rPr>
              <a:t>e</a:t>
            </a:r>
            <a:r>
              <a:rPr b="0" lang="en-US" sz="2000" spc="-1" strike="noStrike">
                <a:latin typeface="Open Sans"/>
              </a:rPr>
              <a:t>a</a:t>
            </a:r>
            <a:r>
              <a:rPr b="0" lang="en-US" sz="2000" spc="-1" strike="noStrike">
                <a:latin typeface="Open Sans"/>
              </a:rPr>
              <a:t>n</a:t>
            </a:r>
            <a:r>
              <a:rPr b="0" lang="en-US" sz="2000" spc="-1" strike="noStrike">
                <a:latin typeface="Open Sans"/>
              </a:rPr>
              <a:t>(</a:t>
            </a:r>
            <a:r>
              <a:rPr b="0" lang="en-US" sz="2000" spc="-1" strike="noStrike">
                <a:latin typeface="Open Sans"/>
              </a:rPr>
              <a:t>t</a:t>
            </a:r>
            <a:r>
              <a:rPr b="0" lang="en-US" sz="2000" spc="-1" strike="noStrike">
                <a:latin typeface="Open Sans"/>
              </a:rPr>
              <a:t>r</a:t>
            </a:r>
            <a:r>
              <a:rPr b="0" lang="en-US" sz="2000" spc="-1" strike="noStrike">
                <a:latin typeface="Open Sans"/>
              </a:rPr>
              <a:t>u</a:t>
            </a:r>
            <a:r>
              <a:rPr b="0" lang="en-US" sz="2000" spc="-1" strike="noStrike">
                <a:latin typeface="Open Sans"/>
              </a:rPr>
              <a:t>e</a:t>
            </a:r>
            <a:r>
              <a:rPr b="0" lang="en-US" sz="2000" spc="-1" strike="noStrike">
                <a:latin typeface="Open Sans"/>
              </a:rPr>
              <a:t>)</a:t>
            </a:r>
            <a:r>
              <a:rPr b="0" lang="en-US" sz="2000" spc="-1" strike="noStrike">
                <a:latin typeface="Open Sans"/>
              </a:rPr>
              <a:t>;</a:t>
            </a:r>
            <a:endParaRPr b="0" lang="en-US" sz="2000" spc="-1" strike="noStrike">
              <a:latin typeface="Arial"/>
            </a:endParaRPr>
          </a:p>
          <a:p>
            <a:pPr>
              <a:lnSpc>
                <a:spcPct val="100000"/>
              </a:lnSpc>
            </a:pPr>
            <a:endParaRPr b="0" lang="en-US" sz="2000" spc="-1" strike="noStrike">
              <a:latin typeface="Arial"/>
            </a:endParaRPr>
          </a:p>
          <a:p>
            <a:pPr>
              <a:lnSpc>
                <a:spcPct val="100000"/>
              </a:lnSpc>
            </a:pPr>
            <a:r>
              <a:rPr b="1" lang="en-US" sz="2000" spc="-1" strike="noStrike">
                <a:latin typeface="Open Sans"/>
              </a:rPr>
              <a:t>U</a:t>
            </a:r>
            <a:r>
              <a:rPr b="1" lang="en-US" sz="2000" spc="-1" strike="noStrike">
                <a:latin typeface="Open Sans"/>
              </a:rPr>
              <a:t>s</a:t>
            </a:r>
            <a:r>
              <a:rPr b="1" lang="en-US" sz="2000" spc="-1" strike="noStrike">
                <a:latin typeface="Open Sans"/>
              </a:rPr>
              <a:t>i</a:t>
            </a:r>
            <a:r>
              <a:rPr b="1" lang="en-US" sz="2000" spc="-1" strike="noStrike">
                <a:latin typeface="Open Sans"/>
              </a:rPr>
              <a:t>n</a:t>
            </a:r>
            <a:r>
              <a:rPr b="1" lang="en-US" sz="2000" spc="-1" strike="noStrike">
                <a:latin typeface="Open Sans"/>
              </a:rPr>
              <a:t>g</a:t>
            </a:r>
            <a:r>
              <a:rPr b="1" lang="en-US" sz="2000" spc="-1" strike="noStrike">
                <a:latin typeface="Open Sans"/>
              </a:rPr>
              <a:t> </a:t>
            </a:r>
            <a:r>
              <a:rPr b="1" lang="en-US" sz="2000" spc="-1" strike="noStrike">
                <a:latin typeface="Open Sans"/>
              </a:rPr>
              <a:t>T</a:t>
            </a:r>
            <a:r>
              <a:rPr b="1" lang="en-US" sz="2000" spc="-1" strike="noStrike">
                <a:latin typeface="Open Sans"/>
              </a:rPr>
              <a:t>e</a:t>
            </a:r>
            <a:r>
              <a:rPr b="1" lang="en-US" sz="2000" spc="-1" strike="noStrike">
                <a:latin typeface="Open Sans"/>
              </a:rPr>
              <a:t>s</a:t>
            </a:r>
            <a:r>
              <a:rPr b="1" lang="en-US" sz="2000" spc="-1" strike="noStrike">
                <a:latin typeface="Open Sans"/>
              </a:rPr>
              <a:t>t</a:t>
            </a:r>
            <a:r>
              <a:rPr b="1" lang="en-US" sz="2000" spc="-1" strike="noStrike">
                <a:latin typeface="Open Sans"/>
              </a:rPr>
              <a:t>a</a:t>
            </a:r>
            <a:r>
              <a:rPr b="1" lang="en-US" sz="2000" spc="-1" strike="noStrike">
                <a:latin typeface="Open Sans"/>
              </a:rPr>
              <a:t>b</a:t>
            </a:r>
            <a:r>
              <a:rPr b="1" lang="en-US" sz="2000" spc="-1" strike="noStrike">
                <a:latin typeface="Open Sans"/>
              </a:rPr>
              <a:t>l</a:t>
            </a:r>
            <a:r>
              <a:rPr b="1" lang="en-US" sz="2000" spc="-1" strike="noStrike">
                <a:latin typeface="Open Sans"/>
              </a:rPr>
              <a:t>e</a:t>
            </a:r>
            <a:r>
              <a:rPr b="1" lang="en-US" sz="2000" spc="-1" strike="noStrike">
                <a:latin typeface="Open Sans"/>
              </a:rPr>
              <a:t> </a:t>
            </a:r>
            <a:r>
              <a:rPr b="1" lang="en-US" sz="2000" spc="-1" strike="noStrike">
                <a:latin typeface="Open Sans"/>
              </a:rPr>
              <a:t>E</a:t>
            </a:r>
            <a:r>
              <a:rPr b="1" lang="en-US" sz="2000" spc="-1" strike="noStrike">
                <a:latin typeface="Open Sans"/>
              </a:rPr>
              <a:t>x</a:t>
            </a:r>
            <a:r>
              <a:rPr b="1" lang="en-US" sz="2000" spc="-1" strike="noStrike">
                <a:latin typeface="Open Sans"/>
              </a:rPr>
              <a:t>p</a:t>
            </a:r>
            <a:r>
              <a:rPr b="1" lang="en-US" sz="2000" spc="-1" strike="noStrike">
                <a:latin typeface="Open Sans"/>
              </a:rPr>
              <a:t>r</a:t>
            </a:r>
            <a:r>
              <a:rPr b="1" lang="en-US" sz="2000" spc="-1" strike="noStrike">
                <a:latin typeface="Open Sans"/>
              </a:rPr>
              <a:t>e</a:t>
            </a:r>
            <a:r>
              <a:rPr b="1" lang="en-US" sz="2000" spc="-1" strike="noStrike">
                <a:latin typeface="Open Sans"/>
              </a:rPr>
              <a:t>s</a:t>
            </a:r>
            <a:r>
              <a:rPr b="1" lang="en-US" sz="2000" spc="-1" strike="noStrike">
                <a:latin typeface="Open Sans"/>
              </a:rPr>
              <a:t>s</a:t>
            </a:r>
            <a:r>
              <a:rPr b="1" lang="en-US" sz="2000" spc="-1" strike="noStrike">
                <a:latin typeface="Open Sans"/>
              </a:rPr>
              <a:t>i</a:t>
            </a:r>
            <a:r>
              <a:rPr b="1" lang="en-US" sz="2000" spc="-1" strike="noStrike">
                <a:latin typeface="Open Sans"/>
              </a:rPr>
              <a:t>o</a:t>
            </a:r>
            <a:r>
              <a:rPr b="1" lang="en-US" sz="2000" spc="-1" strike="noStrike">
                <a:latin typeface="Open Sans"/>
              </a:rPr>
              <a:t>n</a:t>
            </a:r>
            <a:r>
              <a:rPr b="1" lang="en-US" sz="2000" spc="-1" strike="noStrike">
                <a:latin typeface="Open Sans"/>
              </a:rPr>
              <a:t>s</a:t>
            </a:r>
            <a:r>
              <a:rPr b="0" lang="en-US" sz="2000" spc="-1" strike="noStrike">
                <a:latin typeface="Open Sans"/>
              </a:rPr>
              <a:t>:</a:t>
            </a:r>
            <a:r>
              <a:rPr b="0" lang="en-US" sz="2000" spc="-1" strike="noStrike">
                <a:latin typeface="Open Sans"/>
              </a:rPr>
              <a:t> </a:t>
            </a:r>
            <a:r>
              <a:rPr b="0" lang="en-US" sz="2000" spc="-1" strike="noStrike">
                <a:latin typeface="Open Sans"/>
              </a:rPr>
              <a:t>i</a:t>
            </a:r>
            <a:r>
              <a:rPr b="0" lang="en-US" sz="2000" spc="-1" strike="noStrike">
                <a:latin typeface="Open Sans"/>
              </a:rPr>
              <a:t>f</a:t>
            </a:r>
            <a:r>
              <a:rPr b="0" lang="en-US" sz="2000" spc="-1" strike="noStrike">
                <a:latin typeface="Open Sans"/>
              </a:rPr>
              <a:t>(</a:t>
            </a:r>
            <a:r>
              <a:rPr b="0" lang="en-US" sz="2000" spc="-1" strike="noStrike">
                <a:latin typeface="Open Sans"/>
              </a:rPr>
              <a:t>t</a:t>
            </a:r>
            <a:r>
              <a:rPr b="0" lang="en-US" sz="2000" spc="-1" strike="noStrike">
                <a:latin typeface="Open Sans"/>
              </a:rPr>
              <a:t>r</a:t>
            </a:r>
            <a:r>
              <a:rPr b="0" lang="en-US" sz="2000" spc="-1" strike="noStrike">
                <a:latin typeface="Open Sans"/>
              </a:rPr>
              <a:t>u</a:t>
            </a:r>
            <a:r>
              <a:rPr b="0" lang="en-US" sz="2000" spc="-1" strike="noStrike">
                <a:latin typeface="Open Sans"/>
              </a:rPr>
              <a:t>e</a:t>
            </a:r>
            <a:r>
              <a:rPr b="0" lang="en-US" sz="2000" spc="-1" strike="noStrike">
                <a:latin typeface="Open Sans"/>
              </a:rPr>
              <a:t>)</a:t>
            </a:r>
            <a:r>
              <a:rPr b="0" lang="en-US" sz="2000" spc="-1" strike="noStrike">
                <a:latin typeface="Open Sans"/>
              </a:rPr>
              <a:t> </a:t>
            </a:r>
            <a:r>
              <a:rPr b="0" lang="en-US" sz="2000" spc="-1" strike="noStrike">
                <a:latin typeface="Open Sans"/>
              </a:rPr>
              <a:t>{</a:t>
            </a:r>
            <a:r>
              <a:rPr b="0" lang="en-US" sz="2000" spc="-1" strike="noStrike">
                <a:latin typeface="Open Sans"/>
              </a:rPr>
              <a:t>…</a:t>
            </a:r>
            <a:r>
              <a:rPr b="0" lang="en-US" sz="2000" spc="-1" strike="noStrike">
                <a:latin typeface="Open Sans"/>
              </a:rPr>
              <a:t>…</a:t>
            </a:r>
            <a:r>
              <a:rPr b="0" lang="en-US" sz="2000" spc="-1" strike="noStrike">
                <a:latin typeface="Open Sans"/>
              </a:rPr>
              <a:t>…</a:t>
            </a:r>
            <a:r>
              <a:rPr b="0" lang="en-US" sz="2000" spc="-1" strike="noStrike">
                <a:latin typeface="Open Sans"/>
              </a:rPr>
              <a:t>…</a:t>
            </a:r>
            <a:r>
              <a:rPr b="0" lang="en-US" sz="2000" spc="-1" strike="noStrike">
                <a:latin typeface="Open Sans"/>
              </a:rPr>
              <a:t>.</a:t>
            </a:r>
            <a:r>
              <a:rPr b="0" lang="en-US" sz="2000" spc="-1" strike="noStrike">
                <a:latin typeface="Open Sans"/>
              </a:rPr>
              <a: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50"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Boolean Object</a:t>
            </a:r>
            <a:endParaRPr b="0" lang="en-US" sz="3200" spc="-1" strike="noStrike">
              <a:latin typeface="Arial"/>
            </a:endParaRPr>
          </a:p>
          <a:p>
            <a:pPr>
              <a:lnSpc>
                <a:spcPct val="100000"/>
              </a:lnSpc>
            </a:pPr>
            <a:endParaRPr b="0" lang="en-US" sz="3200" spc="-1" strike="noStrike">
              <a:latin typeface="Arial"/>
            </a:endParaRPr>
          </a:p>
        </p:txBody>
      </p:sp>
      <p:sp>
        <p:nvSpPr>
          <p:cNvPr id="251" name="CustomShape 3"/>
          <p:cNvSpPr/>
          <p:nvPr/>
        </p:nvSpPr>
        <p:spPr>
          <a:xfrm>
            <a:off x="365760" y="822960"/>
            <a:ext cx="11247120" cy="283464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Properties of the Boolean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Constructor</a:t>
            </a:r>
            <a:r>
              <a:rPr b="0" lang="en-US" sz="2000" spc="-1" strike="noStrike">
                <a:latin typeface="Open Sans"/>
              </a:rPr>
              <a:t> - Returns the function that created the Boolean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Prototype</a:t>
            </a:r>
            <a:r>
              <a:rPr b="0" lang="en-US" sz="2000" spc="-1" strike="noStrike">
                <a:latin typeface="Open Sans"/>
              </a:rPr>
              <a:t> - Add properties and methods to an object.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Methods of the Boolean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toSource()</a:t>
            </a:r>
            <a:r>
              <a:rPr b="0" lang="en-US" sz="2000" spc="-1" strike="noStrike">
                <a:latin typeface="Open Sans"/>
              </a:rPr>
              <a:t> - Returns a string containing the source of the Boolean object; you can use this string to create an equivalent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toString()</a:t>
            </a:r>
            <a:r>
              <a:rPr b="0" lang="en-US" sz="2000" spc="-1" strike="noStrike">
                <a:latin typeface="Open Sans"/>
              </a:rPr>
              <a:t> - Returns a string of either "true" or "false" depending upon the value of the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valueOf()</a:t>
            </a:r>
            <a:r>
              <a:rPr b="0" lang="en-US" sz="2000" spc="-1" strike="noStrike">
                <a:latin typeface="Open Sans"/>
              </a:rPr>
              <a:t> - Returns the primitive value of the Boolean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53"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Date Object</a:t>
            </a:r>
            <a:endParaRPr b="0" lang="en-US" sz="3200" spc="-1" strike="noStrike">
              <a:latin typeface="Arial"/>
            </a:endParaRPr>
          </a:p>
          <a:p>
            <a:pPr>
              <a:lnSpc>
                <a:spcPct val="100000"/>
              </a:lnSpc>
            </a:pPr>
            <a:endParaRPr b="0" lang="en-US" sz="3200" spc="-1" strike="noStrike">
              <a:latin typeface="Arial"/>
            </a:endParaRPr>
          </a:p>
        </p:txBody>
      </p:sp>
      <p:sp>
        <p:nvSpPr>
          <p:cNvPr id="254" name="CustomShape 3"/>
          <p:cNvSpPr/>
          <p:nvPr/>
        </p:nvSpPr>
        <p:spPr>
          <a:xfrm>
            <a:off x="365760" y="822960"/>
            <a:ext cx="11247120" cy="313884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At times when user need to access the current date and time and also past and future date and times. JavaScript provides support for working with dates and time through the Date object.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The Date object provides a system-independent abstraction of dates and times.</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Date object can be created as : var today = new Date( );</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Dates may be constructed from a year, month, day of the month, hour, minute, and second, and those six components, as well as the day of the week, may be extracted from a date.</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Dates may also be compared and converted to a readable string form. A Date is represented to a precision of one millisecond.</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56"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Date Object</a:t>
            </a:r>
            <a:endParaRPr b="0" lang="en-US" sz="3200" spc="-1" strike="noStrike">
              <a:latin typeface="Arial"/>
            </a:endParaRPr>
          </a:p>
          <a:p>
            <a:pPr>
              <a:lnSpc>
                <a:spcPct val="100000"/>
              </a:lnSpc>
            </a:pPr>
            <a:endParaRPr b="0" lang="en-US" sz="3200" spc="-1" strike="noStrike">
              <a:latin typeface="Arial"/>
            </a:endParaRPr>
          </a:p>
        </p:txBody>
      </p:sp>
      <p:sp>
        <p:nvSpPr>
          <p:cNvPr id="257" name="CustomShape 3"/>
          <p:cNvSpPr/>
          <p:nvPr/>
        </p:nvSpPr>
        <p:spPr>
          <a:xfrm>
            <a:off x="365760" y="822960"/>
            <a:ext cx="11247120" cy="435924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Properties of Date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Constructor</a:t>
            </a:r>
            <a:r>
              <a:rPr b="0" lang="en-US" sz="2000" spc="-1" strike="noStrike">
                <a:latin typeface="Open Sans"/>
              </a:rPr>
              <a:t> - Returns the function that created </a:t>
            </a:r>
            <a:r>
              <a:rPr b="0" lang="en-US" sz="2000" spc="-1" strike="noStrike">
                <a:latin typeface="Open Sans"/>
              </a:rPr>
              <a:t>the Date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Prototype</a:t>
            </a:r>
            <a:r>
              <a:rPr b="0" lang="en-US" sz="2000" spc="-1" strike="noStrike">
                <a:latin typeface="Open Sans"/>
              </a:rPr>
              <a:t> - Add properties and methods to an </a:t>
            </a:r>
            <a:r>
              <a:rPr b="0" lang="en-US" sz="2000" spc="-1" strike="noStrike">
                <a:latin typeface="Open Sans"/>
              </a:rPr>
              <a:t>object.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Methods of Date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Date()</a:t>
            </a:r>
            <a:r>
              <a:rPr b="0" lang="en-US" sz="2000" spc="-1" strike="noStrike">
                <a:latin typeface="Open Sans"/>
              </a:rPr>
              <a:t> - Returns today's date and time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getDate()</a:t>
            </a:r>
            <a:r>
              <a:rPr b="0" lang="en-US" sz="2000" spc="-1" strike="noStrike">
                <a:latin typeface="Open Sans"/>
              </a:rPr>
              <a:t> - Returns the day of the month for the </a:t>
            </a:r>
            <a:r>
              <a:rPr b="0" lang="en-US" sz="2000" spc="-1" strike="noStrike">
                <a:latin typeface="Open Sans"/>
              </a:rPr>
              <a:t>specified date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getDay()</a:t>
            </a:r>
            <a:r>
              <a:rPr b="0" lang="en-US" sz="2000" spc="-1" strike="noStrike">
                <a:latin typeface="Open Sans"/>
              </a:rPr>
              <a:t> - Returns the day of the week for the </a:t>
            </a:r>
            <a:r>
              <a:rPr b="0" lang="en-US" sz="2000" spc="-1" strike="noStrike">
                <a:latin typeface="Open Sans"/>
              </a:rPr>
              <a:t>specified date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getFullYear()</a:t>
            </a:r>
            <a:r>
              <a:rPr b="0" lang="en-US" sz="2000" spc="-1" strike="noStrike">
                <a:latin typeface="Open Sans"/>
              </a:rPr>
              <a:t> - Returns the year of the specified </a:t>
            </a:r>
            <a:r>
              <a:rPr b="0" lang="en-US" sz="2000" spc="-1" strike="noStrike">
                <a:latin typeface="Open Sans"/>
              </a:rPr>
              <a:t>date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getHours() </a:t>
            </a:r>
            <a:r>
              <a:rPr b="0" lang="en-US" sz="2000" spc="-1" strike="noStrike">
                <a:latin typeface="Open Sans"/>
              </a:rPr>
              <a:t>- Returns the hour in the specified </a:t>
            </a:r>
            <a:r>
              <a:rPr b="0" lang="en-US" sz="2000" spc="-1" strike="noStrike">
                <a:latin typeface="Open Sans"/>
              </a:rPr>
              <a:t>date according to local time.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getMilliseconds()</a:t>
            </a:r>
            <a:r>
              <a:rPr b="0" lang="en-US" sz="2000" spc="-1" strike="noStrike">
                <a:latin typeface="Open Sans"/>
              </a:rPr>
              <a:t> - Returns the milliseconds in </a:t>
            </a:r>
            <a:r>
              <a:rPr b="0" lang="en-US" sz="2000" spc="-1" strike="noStrike">
                <a:latin typeface="Open Sans"/>
              </a:rPr>
              <a:t>the specified date according to local time.</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getMinute(), getMonth(), getTime(), </a:t>
            </a:r>
            <a:r>
              <a:rPr b="0" lang="en-US" sz="2000" spc="-1" strike="noStrike">
                <a:latin typeface="Open Sans"/>
              </a:rPr>
              <a:t>getTimezoneOffset(), setDate(), setFullYear(), </a:t>
            </a:r>
            <a:r>
              <a:rPr b="0" lang="en-US" sz="2000" spc="-1" strike="noStrike">
                <a:latin typeface="Open Sans"/>
              </a:rPr>
              <a:t>setHours(), setMilliseconds(), setMinutes(), </a:t>
            </a:r>
            <a:r>
              <a:rPr b="0" lang="en-US" sz="2000" spc="-1" strike="noStrike">
                <a:latin typeface="Open Sans"/>
              </a:rPr>
              <a:t>setMonth(), setSeconds(), setTime() are some of the </a:t>
            </a:r>
            <a:r>
              <a:rPr b="0" lang="en-US" sz="2000" spc="-1" strike="noStrike">
                <a:latin typeface="Open Sans"/>
              </a:rPr>
              <a:t>methods used in Date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59"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Math Object</a:t>
            </a:r>
            <a:endParaRPr b="0" lang="en-US" sz="3200" spc="-1" strike="noStrike">
              <a:latin typeface="Arial"/>
            </a:endParaRPr>
          </a:p>
          <a:p>
            <a:pPr>
              <a:lnSpc>
                <a:spcPct val="100000"/>
              </a:lnSpc>
            </a:pPr>
            <a:endParaRPr b="0" lang="en-US" sz="3200" spc="-1" strike="noStrike">
              <a:latin typeface="Arial"/>
            </a:endParaRPr>
          </a:p>
        </p:txBody>
      </p:sp>
      <p:sp>
        <p:nvSpPr>
          <p:cNvPr id="260" name="CustomShape 3"/>
          <p:cNvSpPr/>
          <p:nvPr/>
        </p:nvSpPr>
        <p:spPr>
          <a:xfrm>
            <a:off x="365760" y="822960"/>
            <a:ext cx="11247120" cy="496836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The Math object is used to perform simple and complex arithmetic operations.</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The Math object provides a number of properties and methods to work with Number values</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The Math object does not have any constructors. All of its methods and properties are static; that is, they are member functions of the Math object itself. There is no way to create an instance of the Math object.</a:t>
            </a:r>
            <a:endParaRPr b="0" lang="en-US" sz="2000" spc="-1" strike="noStrike">
              <a:latin typeface="Arial"/>
            </a:endParaRPr>
          </a:p>
          <a:p>
            <a:pPr marL="216000" indent="-216000">
              <a:lnSpc>
                <a:spcPct val="100000"/>
              </a:lnSpc>
              <a:buClr>
                <a:srgbClr val="000000"/>
              </a:buClr>
              <a:buFont typeface="Wingdings" charset="2"/>
              <a:buChar char=""/>
            </a:pP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Properties of Math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PI</a:t>
            </a:r>
            <a:r>
              <a:rPr b="0" lang="en-US" sz="2000" spc="-1" strike="noStrike">
                <a:latin typeface="Open Sans"/>
              </a:rPr>
              <a:t> - The value of Pi</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E</a:t>
            </a:r>
            <a:r>
              <a:rPr b="0" lang="en-US" sz="2000" spc="-1" strike="noStrike">
                <a:latin typeface="Open Sans"/>
              </a:rPr>
              <a:t> - The base of natural logarithm 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LN2</a:t>
            </a:r>
            <a:r>
              <a:rPr b="0" lang="en-US" sz="2000" spc="-1" strike="noStrike">
                <a:latin typeface="Open Sans"/>
              </a:rPr>
              <a:t> - Natural logarithm of 2</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LN10</a:t>
            </a:r>
            <a:r>
              <a:rPr b="0" lang="en-US" sz="2000" spc="-1" strike="noStrike">
                <a:latin typeface="Open Sans"/>
              </a:rPr>
              <a:t> - Natural logarithm of 10</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LOG2E</a:t>
            </a:r>
            <a:r>
              <a:rPr b="0" lang="en-US" sz="2000" spc="-1" strike="noStrike">
                <a:latin typeface="Open Sans"/>
              </a:rPr>
              <a:t> - Base 2 logarithm of 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LOG10E</a:t>
            </a:r>
            <a:r>
              <a:rPr b="0" lang="en-US" sz="2000" spc="-1" strike="noStrike">
                <a:latin typeface="Open Sans"/>
              </a:rPr>
              <a:t> - Base 10 logarithm of 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SQRT2</a:t>
            </a:r>
            <a:r>
              <a:rPr b="0" lang="en-US" sz="2000" spc="-1" strike="noStrike">
                <a:latin typeface="Open Sans"/>
              </a:rPr>
              <a:t> - Square root of 2</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SQRT1_2</a:t>
            </a:r>
            <a:r>
              <a:rPr b="0" lang="en-US" sz="2000" spc="-1" strike="noStrike">
                <a:latin typeface="Open Sans"/>
              </a:rPr>
              <a:t> - Square root of ½</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62"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Math Object</a:t>
            </a:r>
            <a:endParaRPr b="0" lang="en-US" sz="3200" spc="-1" strike="noStrike">
              <a:latin typeface="Arial"/>
            </a:endParaRPr>
          </a:p>
          <a:p>
            <a:pPr>
              <a:lnSpc>
                <a:spcPct val="100000"/>
              </a:lnSpc>
            </a:pPr>
            <a:endParaRPr b="0" lang="en-US" sz="3200" spc="-1" strike="noStrike">
              <a:latin typeface="Arial"/>
            </a:endParaRPr>
          </a:p>
        </p:txBody>
      </p:sp>
      <p:sp>
        <p:nvSpPr>
          <p:cNvPr id="263" name="CustomShape 3"/>
          <p:cNvSpPr/>
          <p:nvPr/>
        </p:nvSpPr>
        <p:spPr>
          <a:xfrm>
            <a:off x="365760" y="822960"/>
            <a:ext cx="11247120" cy="405432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Methods of Math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max(a,b)</a:t>
            </a:r>
            <a:r>
              <a:rPr b="0" lang="en-US" sz="2000" spc="-1" strike="noStrike">
                <a:latin typeface="Open Sans"/>
              </a:rPr>
              <a:t> - Returns largest of a and b</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min(a,b)</a:t>
            </a:r>
            <a:r>
              <a:rPr b="0" lang="en-US" sz="2000" spc="-1" strike="noStrike">
                <a:latin typeface="Open Sans"/>
              </a:rPr>
              <a:t> - Returns least of a and b</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round(a)</a:t>
            </a:r>
            <a:r>
              <a:rPr b="0" lang="en-US" sz="2000" spc="-1" strike="noStrike">
                <a:latin typeface="Open Sans"/>
              </a:rPr>
              <a:t> - Returns nearest integer</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ceil(a)</a:t>
            </a:r>
            <a:r>
              <a:rPr b="0" lang="en-US" sz="2000" spc="-1" strike="noStrike">
                <a:latin typeface="Open Sans"/>
              </a:rPr>
              <a:t> - Rounds up. Returns the smallest integer greater than or equal to a</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floor(a)</a:t>
            </a:r>
            <a:r>
              <a:rPr b="0" lang="en-US" sz="2000" spc="-1" strike="noStrike">
                <a:latin typeface="Open Sans"/>
              </a:rPr>
              <a:t> - Rounds down. Returns the largest integer smaller than or equal to a</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exp(a)</a:t>
            </a:r>
            <a:r>
              <a:rPr b="0" lang="en-US" sz="2000" spc="-1" strike="noStrike">
                <a:latin typeface="Open Sans"/>
              </a:rPr>
              <a:t> - Returns ea</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pow(a,b)</a:t>
            </a:r>
            <a:r>
              <a:rPr b="0" lang="en-US" sz="2000" spc="-1" strike="noStrike">
                <a:latin typeface="Open Sans"/>
              </a:rPr>
              <a:t> - Returns ab</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abs(a)</a:t>
            </a:r>
            <a:r>
              <a:rPr b="0" lang="en-US" sz="2000" spc="-1" strike="noStrike">
                <a:latin typeface="Open Sans"/>
              </a:rPr>
              <a:t> - Returns absolute value of a</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random()</a:t>
            </a:r>
            <a:r>
              <a:rPr b="0" lang="en-US" sz="2000" spc="-1" strike="noStrike">
                <a:latin typeface="Open Sans"/>
              </a:rPr>
              <a:t> - Returns a pseudo random number between 0 and 1</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sqrt(a)</a:t>
            </a:r>
            <a:r>
              <a:rPr b="0" lang="en-US" sz="2000" spc="-1" strike="noStrike">
                <a:latin typeface="Open Sans"/>
              </a:rPr>
              <a:t> - Returns square root of a</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sin(a)</a:t>
            </a:r>
            <a:r>
              <a:rPr b="0" lang="en-US" sz="2000" spc="-1" strike="noStrike">
                <a:latin typeface="Open Sans"/>
              </a:rPr>
              <a:t> - Returns sin of a (a is in radians)</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cos(a)</a:t>
            </a:r>
            <a:r>
              <a:rPr b="0" lang="en-US" sz="2000" spc="-1" strike="noStrike">
                <a:latin typeface="Open Sans"/>
              </a:rPr>
              <a:t> - Returns cos of a (a is in radians)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65"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Number Object</a:t>
            </a:r>
            <a:endParaRPr b="0" lang="en-US" sz="3200" spc="-1" strike="noStrike">
              <a:latin typeface="Arial"/>
            </a:endParaRPr>
          </a:p>
          <a:p>
            <a:pPr>
              <a:lnSpc>
                <a:spcPct val="100000"/>
              </a:lnSpc>
            </a:pPr>
            <a:endParaRPr b="0" lang="en-US" sz="3200" spc="-1" strike="noStrike">
              <a:latin typeface="Arial"/>
            </a:endParaRPr>
          </a:p>
        </p:txBody>
      </p:sp>
      <p:sp>
        <p:nvSpPr>
          <p:cNvPr id="266" name="CustomShape 3"/>
          <p:cNvSpPr/>
          <p:nvPr/>
        </p:nvSpPr>
        <p:spPr>
          <a:xfrm>
            <a:off x="365760" y="822960"/>
            <a:ext cx="11247120" cy="344376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The Number objects represents numerical date, either integers or floating-point numbers.</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A Number objects are created using the Number() constructor var num = new number(value);</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Properties of Number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Constructor</a:t>
            </a:r>
            <a:r>
              <a:rPr b="0" lang="en-US" sz="2000" spc="-1" strike="noStrike">
                <a:latin typeface="Open Sans"/>
              </a:rPr>
              <a:t> - Returns the function that created the Number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MAX VALUE</a:t>
            </a:r>
            <a:r>
              <a:rPr b="0" lang="en-US" sz="2000" spc="-1" strike="noStrike">
                <a:latin typeface="Open Sans"/>
              </a:rPr>
              <a:t> - Returns maximum numerical value possible in JavaScript.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MIN VALUE</a:t>
            </a:r>
            <a:r>
              <a:rPr b="0" lang="en-US" sz="2000" spc="-1" strike="noStrike">
                <a:latin typeface="Open Sans"/>
              </a:rPr>
              <a:t> - Returns minimum numerical value possible in JavaScript.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NEGATIVE INFINITY</a:t>
            </a:r>
            <a:r>
              <a:rPr b="0" lang="en-US" sz="2000" spc="-1" strike="noStrike">
                <a:latin typeface="Open Sans"/>
              </a:rPr>
              <a:t> - Represent the value of negative infinity.</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POSITIVE INFINITY</a:t>
            </a:r>
            <a:r>
              <a:rPr b="0" lang="en-US" sz="2000" spc="-1" strike="noStrike">
                <a:latin typeface="Open Sans"/>
              </a:rPr>
              <a:t> - Represent the value of infinity.</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Prototype</a:t>
            </a:r>
            <a:r>
              <a:rPr b="0" lang="en-US" sz="2000" spc="-1" strike="noStrike">
                <a:latin typeface="Open Sans"/>
              </a:rPr>
              <a:t> - Add properties and methods to an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68"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Number Object</a:t>
            </a:r>
            <a:endParaRPr b="0" lang="en-US" sz="3200" spc="-1" strike="noStrike">
              <a:latin typeface="Arial"/>
            </a:endParaRPr>
          </a:p>
          <a:p>
            <a:pPr>
              <a:lnSpc>
                <a:spcPct val="100000"/>
              </a:lnSpc>
            </a:pPr>
            <a:endParaRPr b="0" lang="en-US" sz="3200" spc="-1" strike="noStrike">
              <a:latin typeface="Arial"/>
            </a:endParaRPr>
          </a:p>
        </p:txBody>
      </p:sp>
      <p:sp>
        <p:nvSpPr>
          <p:cNvPr id="269" name="CustomShape 3"/>
          <p:cNvSpPr/>
          <p:nvPr/>
        </p:nvSpPr>
        <p:spPr>
          <a:xfrm>
            <a:off x="365760" y="822960"/>
            <a:ext cx="11247120" cy="283464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Methods of Number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toExponential()</a:t>
            </a:r>
            <a:r>
              <a:rPr b="0" lang="en-US" sz="2000" spc="-1" strike="noStrike">
                <a:latin typeface="Open Sans"/>
              </a:rPr>
              <a:t> - Converts a number into exponential notation.</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toFixed()</a:t>
            </a:r>
            <a:r>
              <a:rPr b="0" lang="en-US" sz="2000" spc="-1" strike="noStrike">
                <a:latin typeface="Open Sans"/>
              </a:rPr>
              <a:t> - Formats a number with a specific number of digits to the right of the decimal.</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toLocaleString()</a:t>
            </a:r>
            <a:r>
              <a:rPr b="0" lang="en-US" sz="2000" spc="-1" strike="noStrike">
                <a:latin typeface="Open Sans"/>
              </a:rPr>
              <a:t> - Returns a string value version of the current number in a format that may vary according to a browser's locale settings.</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toPrecision()</a:t>
            </a:r>
            <a:r>
              <a:rPr b="0" lang="en-US" sz="2000" spc="-1" strike="noStrike">
                <a:latin typeface="Open Sans"/>
              </a:rPr>
              <a:t> - Defines how many total digits to display of a number.</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toString()</a:t>
            </a:r>
            <a:r>
              <a:rPr b="0" lang="en-US" sz="2000" spc="-1" strike="noStrike">
                <a:latin typeface="Open Sans"/>
              </a:rPr>
              <a:t> - Returns the string representation of the number's value.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valueOf()</a:t>
            </a:r>
            <a:r>
              <a:rPr b="0" lang="en-US" sz="2000" spc="-1" strike="noStrike">
                <a:latin typeface="Open Sans"/>
              </a:rPr>
              <a:t> - Returns the number's value.</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71"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String Object</a:t>
            </a:r>
            <a:endParaRPr b="0" lang="en-US" sz="3200" spc="-1" strike="noStrike">
              <a:latin typeface="Arial"/>
            </a:endParaRPr>
          </a:p>
          <a:p>
            <a:pPr>
              <a:lnSpc>
                <a:spcPct val="100000"/>
              </a:lnSpc>
            </a:pPr>
            <a:endParaRPr b="0" lang="en-US" sz="3200" spc="-1" strike="noStrike">
              <a:latin typeface="Arial"/>
            </a:endParaRPr>
          </a:p>
        </p:txBody>
      </p:sp>
      <p:sp>
        <p:nvSpPr>
          <p:cNvPr id="272" name="CustomShape 3"/>
          <p:cNvSpPr/>
          <p:nvPr/>
        </p:nvSpPr>
        <p:spPr>
          <a:xfrm>
            <a:off x="365760" y="822960"/>
            <a:ext cx="11247120" cy="344376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in JavaScript, all strings are represented as instances of the String object.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The String object is wrapper class and member of global objects.</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String object used to perform operations on the stored text, such as finding the length of the string, searching for occurrence of certain characters within string, extracting a substring etc.</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A String is created by using literals. A string literal is either enclosed within single quotes(‘ ‘) or double quotes(“ “) </a:t>
            </a:r>
            <a:r>
              <a:rPr b="0" lang="en-US" sz="2000" spc="-1" strike="noStrike">
                <a:latin typeface="Open Sans"/>
              </a:rPr>
              <a:t>var string1= “ Ques10“ ;</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Properties of String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Length - Returns the length of string.</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Constructor - Returns the function that created the String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0" lang="en-US" sz="2000" spc="-1" strike="noStrike">
                <a:latin typeface="Open Sans"/>
              </a:rPr>
              <a:t>Prototype - Add properties and methods to an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74"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String Object</a:t>
            </a:r>
            <a:endParaRPr b="0" lang="en-US" sz="3200" spc="-1" strike="noStrike">
              <a:latin typeface="Arial"/>
            </a:endParaRPr>
          </a:p>
          <a:p>
            <a:pPr>
              <a:lnSpc>
                <a:spcPct val="100000"/>
              </a:lnSpc>
            </a:pPr>
            <a:endParaRPr b="0" lang="en-US" sz="3200" spc="-1" strike="noStrike">
              <a:latin typeface="Arial"/>
            </a:endParaRPr>
          </a:p>
        </p:txBody>
      </p:sp>
      <p:sp>
        <p:nvSpPr>
          <p:cNvPr id="275" name="CustomShape 3"/>
          <p:cNvSpPr/>
          <p:nvPr/>
        </p:nvSpPr>
        <p:spPr>
          <a:xfrm>
            <a:off x="365760" y="822960"/>
            <a:ext cx="11247120" cy="283464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Methods of String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charAt()</a:t>
            </a:r>
            <a:r>
              <a:rPr b="0" lang="en-US" sz="2000" spc="-1" strike="noStrike">
                <a:latin typeface="Open Sans"/>
              </a:rPr>
              <a:t> - Returns the character at </a:t>
            </a:r>
            <a:r>
              <a:rPr b="0" lang="en-US" sz="2000" spc="-1" strike="noStrike">
                <a:latin typeface="Open Sans"/>
              </a:rPr>
              <a:t>a specified position.</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concat()</a:t>
            </a:r>
            <a:r>
              <a:rPr b="0" lang="en-US" sz="2000" spc="-1" strike="noStrike">
                <a:latin typeface="Open Sans"/>
              </a:rPr>
              <a:t> - Combines two or more </a:t>
            </a:r>
            <a:r>
              <a:rPr b="0" lang="en-US" sz="2000" spc="-1" strike="noStrike">
                <a:latin typeface="Open Sans"/>
              </a:rPr>
              <a:t>strings.</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toLowerString()</a:t>
            </a:r>
            <a:r>
              <a:rPr b="0" lang="en-US" sz="2000" spc="-1" strike="noStrike">
                <a:latin typeface="Open Sans"/>
              </a:rPr>
              <a:t> - Converts a </a:t>
            </a:r>
            <a:r>
              <a:rPr b="0" lang="en-US" sz="2000" spc="-1" strike="noStrike">
                <a:latin typeface="Open Sans"/>
              </a:rPr>
              <a:t>string to lowercase.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toUpperString()</a:t>
            </a:r>
            <a:r>
              <a:rPr b="0" lang="en-US" sz="2000" spc="-1" strike="noStrike">
                <a:latin typeface="Open Sans"/>
              </a:rPr>
              <a:t> - Converts a </a:t>
            </a:r>
            <a:r>
              <a:rPr b="0" lang="en-US" sz="2000" spc="-1" strike="noStrike">
                <a:latin typeface="Open Sans"/>
              </a:rPr>
              <a:t>string to uppercase.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indexOf(searchtext, index)</a:t>
            </a:r>
            <a:r>
              <a:rPr b="0" lang="en-US" sz="2000" spc="-1" strike="noStrike">
                <a:latin typeface="Open Sans"/>
              </a:rPr>
              <a:t> - </a:t>
            </a:r>
            <a:r>
              <a:rPr b="0" lang="en-US" sz="2000" spc="-1" strike="noStrike">
                <a:latin typeface="Open Sans"/>
              </a:rPr>
              <a:t>Searches for the specified string </a:t>
            </a:r>
            <a:r>
              <a:rPr b="0" lang="en-US" sz="2000" spc="-1" strike="noStrike">
                <a:latin typeface="Open Sans"/>
              </a:rPr>
              <a:t>from the beginning of the string.</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lastIndexof(searchtext, index)</a:t>
            </a:r>
            <a:r>
              <a:rPr b="0" lang="en-US" sz="2000" spc="-1" strike="noStrike">
                <a:latin typeface="Open Sans"/>
              </a:rPr>
              <a:t> - </a:t>
            </a:r>
            <a:r>
              <a:rPr b="0" lang="en-US" sz="2000" spc="-1" strike="noStrike">
                <a:latin typeface="Open Sans"/>
              </a:rPr>
              <a:t>Searches for the specified string </a:t>
            </a:r>
            <a:r>
              <a:rPr b="0" lang="en-US" sz="2000" spc="-1" strike="noStrike">
                <a:latin typeface="Open Sans"/>
              </a:rPr>
              <a:t>from the end of the string</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77"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RegExp Object</a:t>
            </a:r>
            <a:endParaRPr b="0" lang="en-US" sz="3200" spc="-1" strike="noStrike">
              <a:latin typeface="Arial"/>
            </a:endParaRPr>
          </a:p>
          <a:p>
            <a:pPr>
              <a:lnSpc>
                <a:spcPct val="100000"/>
              </a:lnSpc>
            </a:pPr>
            <a:endParaRPr b="0" lang="en-US" sz="3200" spc="-1" strike="noStrike">
              <a:latin typeface="Arial"/>
            </a:endParaRPr>
          </a:p>
        </p:txBody>
      </p:sp>
      <p:sp>
        <p:nvSpPr>
          <p:cNvPr id="278" name="CustomShape 3"/>
          <p:cNvSpPr/>
          <p:nvPr/>
        </p:nvSpPr>
        <p:spPr>
          <a:xfrm>
            <a:off x="365760" y="822960"/>
            <a:ext cx="11247120" cy="313884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RegE</a:t>
            </a:r>
            <a:r>
              <a:rPr b="0" lang="en-US" sz="2000" spc="-1" strike="noStrike">
                <a:latin typeface="Open Sans"/>
              </a:rPr>
              <a:t>xp </a:t>
            </a:r>
            <a:r>
              <a:rPr b="0" lang="en-US" sz="2000" spc="-1" strike="noStrike">
                <a:latin typeface="Open Sans"/>
              </a:rPr>
              <a:t>objec</a:t>
            </a:r>
            <a:r>
              <a:rPr b="0" lang="en-US" sz="2000" spc="-1" strike="noStrike">
                <a:latin typeface="Open Sans"/>
              </a:rPr>
              <a:t>t </a:t>
            </a:r>
            <a:r>
              <a:rPr b="0" lang="en-US" sz="2000" spc="-1" strike="noStrike">
                <a:latin typeface="Open Sans"/>
              </a:rPr>
              <a:t>used </a:t>
            </a:r>
            <a:r>
              <a:rPr b="0" lang="en-US" sz="2000" spc="-1" strike="noStrike">
                <a:latin typeface="Open Sans"/>
              </a:rPr>
              <a:t>to </a:t>
            </a:r>
            <a:r>
              <a:rPr b="0" lang="en-US" sz="2000" spc="-1" strike="noStrike">
                <a:latin typeface="Open Sans"/>
              </a:rPr>
              <a:t>valid</a:t>
            </a:r>
            <a:r>
              <a:rPr b="0" lang="en-US" sz="2000" spc="-1" strike="noStrike">
                <a:latin typeface="Open Sans"/>
              </a:rPr>
              <a:t>ate </a:t>
            </a:r>
            <a:r>
              <a:rPr b="0" lang="en-US" sz="2000" spc="-1" strike="noStrike">
                <a:latin typeface="Open Sans"/>
              </a:rPr>
              <a:t>the </a:t>
            </a:r>
            <a:r>
              <a:rPr b="0" lang="en-US" sz="2000" spc="-1" strike="noStrike">
                <a:latin typeface="Open Sans"/>
              </a:rPr>
              <a:t>patte</a:t>
            </a:r>
            <a:r>
              <a:rPr b="0" lang="en-US" sz="2000" spc="-1" strike="noStrike">
                <a:latin typeface="Open Sans"/>
              </a:rPr>
              <a:t>rn of </a:t>
            </a:r>
            <a:r>
              <a:rPr b="0" lang="en-US" sz="2000" spc="-1" strike="noStrike">
                <a:latin typeface="Open Sans"/>
              </a:rPr>
              <a:t>char</a:t>
            </a:r>
            <a:r>
              <a:rPr b="0" lang="en-US" sz="2000" spc="-1" strike="noStrike">
                <a:latin typeface="Open Sans"/>
              </a:rPr>
              <a:t>acter</a:t>
            </a:r>
            <a:r>
              <a:rPr b="0" lang="en-US" sz="2000" spc="-1" strike="noStrike">
                <a:latin typeface="Open Sans"/>
              </a:rPr>
              <a:t>s.</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RegE</a:t>
            </a:r>
            <a:r>
              <a:rPr b="0" lang="en-US" sz="2000" spc="-1" strike="noStrike">
                <a:latin typeface="Open Sans"/>
              </a:rPr>
              <a:t>xp </a:t>
            </a:r>
            <a:r>
              <a:rPr b="0" lang="en-US" sz="2000" spc="-1" strike="noStrike">
                <a:latin typeface="Open Sans"/>
              </a:rPr>
              <a:t>defin</a:t>
            </a:r>
            <a:r>
              <a:rPr b="0" lang="en-US" sz="2000" spc="-1" strike="noStrike">
                <a:latin typeface="Open Sans"/>
              </a:rPr>
              <a:t>e </a:t>
            </a:r>
            <a:r>
              <a:rPr b="0" lang="en-US" sz="2000" spc="-1" strike="noStrike">
                <a:latin typeface="Open Sans"/>
              </a:rPr>
              <a:t>meth</a:t>
            </a:r>
            <a:r>
              <a:rPr b="0" lang="en-US" sz="2000" spc="-1" strike="noStrike">
                <a:latin typeface="Open Sans"/>
              </a:rPr>
              <a:t>ods </a:t>
            </a:r>
            <a:r>
              <a:rPr b="0" lang="en-US" sz="2000" spc="-1" strike="noStrike">
                <a:latin typeface="Open Sans"/>
              </a:rPr>
              <a:t>that </a:t>
            </a:r>
            <a:r>
              <a:rPr b="0" lang="en-US" sz="2000" spc="-1" strike="noStrike">
                <a:latin typeface="Open Sans"/>
              </a:rPr>
              <a:t>use </a:t>
            </a:r>
            <a:r>
              <a:rPr b="0" lang="en-US" sz="2000" spc="-1" strike="noStrike">
                <a:latin typeface="Open Sans"/>
              </a:rPr>
              <a:t>regul</a:t>
            </a:r>
            <a:r>
              <a:rPr b="0" lang="en-US" sz="2000" spc="-1" strike="noStrike">
                <a:latin typeface="Open Sans"/>
              </a:rPr>
              <a:t>ar </a:t>
            </a:r>
            <a:r>
              <a:rPr b="0" lang="en-US" sz="2000" spc="-1" strike="noStrike">
                <a:latin typeface="Open Sans"/>
              </a:rPr>
              <a:t>expr</a:t>
            </a:r>
            <a:r>
              <a:rPr b="0" lang="en-US" sz="2000" spc="-1" strike="noStrike">
                <a:latin typeface="Open Sans"/>
              </a:rPr>
              <a:t>essio</a:t>
            </a:r>
            <a:r>
              <a:rPr b="0" lang="en-US" sz="2000" spc="-1" strike="noStrike">
                <a:latin typeface="Open Sans"/>
              </a:rPr>
              <a:t>ns to </a:t>
            </a:r>
            <a:r>
              <a:rPr b="0" lang="en-US" sz="2000" spc="-1" strike="noStrike">
                <a:latin typeface="Open Sans"/>
              </a:rPr>
              <a:t>perfo</a:t>
            </a:r>
            <a:r>
              <a:rPr b="0" lang="en-US" sz="2000" spc="-1" strike="noStrike">
                <a:latin typeface="Open Sans"/>
              </a:rPr>
              <a:t>rm </a:t>
            </a:r>
            <a:r>
              <a:rPr b="0" lang="en-US" sz="2000" spc="-1" strike="noStrike">
                <a:latin typeface="Open Sans"/>
              </a:rPr>
              <a:t>powe</a:t>
            </a:r>
            <a:r>
              <a:rPr b="0" lang="en-US" sz="2000" spc="-1" strike="noStrike">
                <a:latin typeface="Open Sans"/>
              </a:rPr>
              <a:t>rful </a:t>
            </a:r>
            <a:r>
              <a:rPr b="0" lang="en-US" sz="2000" spc="-1" strike="noStrike">
                <a:latin typeface="Open Sans"/>
              </a:rPr>
              <a:t>patte</a:t>
            </a:r>
            <a:r>
              <a:rPr b="0" lang="en-US" sz="2000" spc="-1" strike="noStrike">
                <a:latin typeface="Open Sans"/>
              </a:rPr>
              <a:t>rn-</a:t>
            </a:r>
            <a:r>
              <a:rPr b="0" lang="en-US" sz="2000" spc="-1" strike="noStrike">
                <a:latin typeface="Open Sans"/>
              </a:rPr>
              <a:t>matc</a:t>
            </a:r>
            <a:r>
              <a:rPr b="0" lang="en-US" sz="2000" spc="-1" strike="noStrike">
                <a:latin typeface="Open Sans"/>
              </a:rPr>
              <a:t>hing </a:t>
            </a:r>
            <a:r>
              <a:rPr b="0" lang="en-US" sz="2000" spc="-1" strike="noStrike">
                <a:latin typeface="Open Sans"/>
              </a:rPr>
              <a:t>and </a:t>
            </a:r>
            <a:r>
              <a:rPr b="0" lang="en-US" sz="2000" spc="-1" strike="noStrike">
                <a:latin typeface="Open Sans"/>
              </a:rPr>
              <a:t>searc</a:t>
            </a:r>
            <a:r>
              <a:rPr b="0" lang="en-US" sz="2000" spc="-1" strike="noStrike">
                <a:latin typeface="Open Sans"/>
              </a:rPr>
              <a:t>h </a:t>
            </a:r>
            <a:r>
              <a:rPr b="0" lang="en-US" sz="2000" spc="-1" strike="noStrike">
                <a:latin typeface="Open Sans"/>
              </a:rPr>
              <a:t>and </a:t>
            </a:r>
            <a:r>
              <a:rPr b="0" lang="en-US" sz="2000" spc="-1" strike="noStrike">
                <a:latin typeface="Open Sans"/>
              </a:rPr>
              <a:t>repla</a:t>
            </a:r>
            <a:r>
              <a:rPr b="0" lang="en-US" sz="2000" spc="-1" strike="noStrike">
                <a:latin typeface="Open Sans"/>
              </a:rPr>
              <a:t>ce </a:t>
            </a:r>
            <a:r>
              <a:rPr b="0" lang="en-US" sz="2000" spc="-1" strike="noStrike">
                <a:latin typeface="Open Sans"/>
              </a:rPr>
              <a:t>funct</a:t>
            </a:r>
            <a:r>
              <a:rPr b="0" lang="en-US" sz="2000" spc="-1" strike="noStrike">
                <a:latin typeface="Open Sans"/>
              </a:rPr>
              <a:t>ions </a:t>
            </a:r>
            <a:r>
              <a:rPr b="0" lang="en-US" sz="2000" spc="-1" strike="noStrike">
                <a:latin typeface="Open Sans"/>
              </a:rPr>
              <a:t>on </a:t>
            </a:r>
            <a:r>
              <a:rPr b="0" lang="en-US" sz="2000" spc="-1" strike="noStrike">
                <a:latin typeface="Open Sans"/>
              </a:rPr>
              <a:t>text.</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Regu</a:t>
            </a:r>
            <a:r>
              <a:rPr b="0" lang="en-US" sz="2000" spc="-1" strike="noStrike">
                <a:latin typeface="Open Sans"/>
              </a:rPr>
              <a:t>lar </a:t>
            </a:r>
            <a:r>
              <a:rPr b="0" lang="en-US" sz="2000" spc="-1" strike="noStrike">
                <a:latin typeface="Open Sans"/>
              </a:rPr>
              <a:t>expr</a:t>
            </a:r>
            <a:r>
              <a:rPr b="0" lang="en-US" sz="2000" spc="-1" strike="noStrike">
                <a:latin typeface="Open Sans"/>
              </a:rPr>
              <a:t>essio</a:t>
            </a:r>
            <a:r>
              <a:rPr b="0" lang="en-US" sz="2000" spc="-1" strike="noStrike">
                <a:latin typeface="Open Sans"/>
              </a:rPr>
              <a:t>ns </a:t>
            </a:r>
            <a:r>
              <a:rPr b="0" lang="en-US" sz="2000" spc="-1" strike="noStrike">
                <a:latin typeface="Open Sans"/>
              </a:rPr>
              <a:t>can </a:t>
            </a:r>
            <a:r>
              <a:rPr b="0" lang="en-US" sz="2000" spc="-1" strike="noStrike">
                <a:latin typeface="Open Sans"/>
              </a:rPr>
              <a:t>be </a:t>
            </a:r>
            <a:r>
              <a:rPr b="0" lang="en-US" sz="2000" spc="-1" strike="noStrike">
                <a:latin typeface="Open Sans"/>
              </a:rPr>
              <a:t>defin</a:t>
            </a:r>
            <a:r>
              <a:rPr b="0" lang="en-US" sz="2000" spc="-1" strike="noStrike">
                <a:latin typeface="Open Sans"/>
              </a:rPr>
              <a:t>ed by </a:t>
            </a:r>
            <a:r>
              <a:rPr b="0" lang="en-US" sz="2000" spc="-1" strike="noStrike">
                <a:latin typeface="Open Sans"/>
              </a:rPr>
              <a:t>using </a:t>
            </a:r>
            <a:r>
              <a:rPr b="0" lang="en-US" sz="2000" spc="-1" strike="noStrike">
                <a:latin typeface="Open Sans"/>
              </a:rPr>
              <a:t>follo</a:t>
            </a:r>
            <a:r>
              <a:rPr b="0" lang="en-US" sz="2000" spc="-1" strike="noStrike">
                <a:latin typeface="Open Sans"/>
              </a:rPr>
              <a:t>wing </a:t>
            </a:r>
            <a:r>
              <a:rPr b="0" lang="en-US" sz="2000" spc="-1" strike="noStrike">
                <a:latin typeface="Open Sans"/>
              </a:rPr>
              <a:t>ways</a:t>
            </a:r>
            <a:endParaRPr b="0" lang="en-US" sz="2000" spc="-1" strike="noStrike">
              <a:latin typeface="Arial"/>
            </a:endParaRPr>
          </a:p>
          <a:p>
            <a:pPr>
              <a:lnSpc>
                <a:spcPct val="100000"/>
              </a:lnSpc>
            </a:pPr>
            <a:endParaRPr b="0" lang="en-US" sz="2000" spc="-1" strike="noStrike">
              <a:latin typeface="Arial"/>
            </a:endParaRPr>
          </a:p>
          <a:p>
            <a:pPr>
              <a:lnSpc>
                <a:spcPct val="100000"/>
              </a:lnSpc>
            </a:pPr>
            <a:r>
              <a:rPr b="1" lang="en-US" sz="2000" spc="-1" strike="noStrike">
                <a:latin typeface="Open Sans"/>
              </a:rPr>
              <a:t>Using </a:t>
            </a:r>
            <a:r>
              <a:rPr b="1" lang="en-US" sz="2000" spc="-1" strike="noStrike">
                <a:latin typeface="Open Sans"/>
              </a:rPr>
              <a:t>RegEx</a:t>
            </a:r>
            <a:r>
              <a:rPr b="1" lang="en-US" sz="2000" spc="-1" strike="noStrike">
                <a:latin typeface="Open Sans"/>
              </a:rPr>
              <a:t>p() </a:t>
            </a:r>
            <a:r>
              <a:rPr b="1" lang="en-US" sz="2000" spc="-1" strike="noStrike">
                <a:latin typeface="Open Sans"/>
              </a:rPr>
              <a:t>Const</a:t>
            </a:r>
            <a:r>
              <a:rPr b="1" lang="en-US" sz="2000" spc="-1" strike="noStrike">
                <a:latin typeface="Open Sans"/>
              </a:rPr>
              <a:t>ructor</a:t>
            </a:r>
            <a:r>
              <a:rPr b="0" lang="en-US" sz="2000" spc="-1" strike="noStrike">
                <a:latin typeface="Open Sans"/>
              </a:rPr>
              <a:t>: </a:t>
            </a:r>
            <a:endParaRPr b="0" lang="en-US" sz="2000" spc="-1" strike="noStrike">
              <a:latin typeface="Arial"/>
            </a:endParaRPr>
          </a:p>
          <a:p>
            <a:pPr>
              <a:lnSpc>
                <a:spcPct val="100000"/>
              </a:lnSpc>
            </a:pPr>
            <a:r>
              <a:rPr b="0" lang="en-US" sz="2000" spc="-1" strike="noStrike">
                <a:latin typeface="Open Sans"/>
              </a:rPr>
              <a:t>var </a:t>
            </a:r>
            <a:r>
              <a:rPr b="0" lang="en-US" sz="2000" spc="-1" strike="noStrike">
                <a:latin typeface="Open Sans"/>
              </a:rPr>
              <a:t>Regula</a:t>
            </a:r>
            <a:r>
              <a:rPr b="0" lang="en-US" sz="2000" spc="-1" strike="noStrike">
                <a:latin typeface="Open Sans"/>
              </a:rPr>
              <a:t>rExpre</a:t>
            </a:r>
            <a:r>
              <a:rPr b="0" lang="en-US" sz="2000" spc="-1" strike="noStrike">
                <a:latin typeface="Open Sans"/>
              </a:rPr>
              <a:t>ssion </a:t>
            </a:r>
            <a:r>
              <a:rPr b="0" lang="en-US" sz="2000" spc="-1" strike="noStrike">
                <a:latin typeface="Open Sans"/>
              </a:rPr>
              <a:t>= new </a:t>
            </a:r>
            <a:r>
              <a:rPr b="0" lang="en-US" sz="2000" spc="-1" strike="noStrike">
                <a:latin typeface="Open Sans"/>
              </a:rPr>
              <a:t>RegEx</a:t>
            </a:r>
            <a:r>
              <a:rPr b="0" lang="en-US" sz="2000" spc="-1" strike="noStrike">
                <a:latin typeface="Open Sans"/>
              </a:rPr>
              <a:t>p(“patt</a:t>
            </a:r>
            <a:r>
              <a:rPr b="0" lang="en-US" sz="2000" spc="-1" strike="noStrike">
                <a:latin typeface="Open Sans"/>
              </a:rPr>
              <a:t>ern”,”fl</a:t>
            </a:r>
            <a:r>
              <a:rPr b="0" lang="en-US" sz="2000" spc="-1" strike="noStrike">
                <a:latin typeface="Open Sans"/>
              </a:rPr>
              <a:t>ag”);</a:t>
            </a:r>
            <a:endParaRPr b="0" lang="en-US" sz="2000" spc="-1" strike="noStrike">
              <a:latin typeface="Arial"/>
            </a:endParaRPr>
          </a:p>
          <a:p>
            <a:pPr>
              <a:lnSpc>
                <a:spcPct val="100000"/>
              </a:lnSpc>
            </a:pPr>
            <a:endParaRPr b="0" lang="en-US" sz="2000" spc="-1" strike="noStrike">
              <a:latin typeface="Arial"/>
            </a:endParaRPr>
          </a:p>
          <a:p>
            <a:pPr>
              <a:lnSpc>
                <a:spcPct val="100000"/>
              </a:lnSpc>
            </a:pPr>
            <a:r>
              <a:rPr b="1" lang="en-US" sz="2000" spc="-1" strike="noStrike">
                <a:latin typeface="Open Sans"/>
              </a:rPr>
              <a:t>Using </a:t>
            </a:r>
            <a:r>
              <a:rPr b="1" lang="en-US" sz="2000" spc="-1" strike="noStrike">
                <a:latin typeface="Open Sans"/>
              </a:rPr>
              <a:t>Literal</a:t>
            </a:r>
            <a:r>
              <a:rPr b="0" lang="en-US" sz="2000" spc="-1" strike="noStrike">
                <a:latin typeface="Open Sans"/>
              </a:rPr>
              <a:t>: </a:t>
            </a:r>
            <a:endParaRPr b="0" lang="en-US" sz="2000" spc="-1" strike="noStrike">
              <a:latin typeface="Arial"/>
            </a:endParaRPr>
          </a:p>
          <a:p>
            <a:pPr>
              <a:lnSpc>
                <a:spcPct val="100000"/>
              </a:lnSpc>
            </a:pPr>
            <a:r>
              <a:rPr b="0" lang="en-US" sz="2000" spc="-1" strike="noStrike">
                <a:latin typeface="Open Sans"/>
              </a:rPr>
              <a:t>var </a:t>
            </a:r>
            <a:r>
              <a:rPr b="0" lang="en-US" sz="2000" spc="-1" strike="noStrike">
                <a:latin typeface="Open Sans"/>
              </a:rPr>
              <a:t>Regula</a:t>
            </a:r>
            <a:r>
              <a:rPr b="0" lang="en-US" sz="2000" spc="-1" strike="noStrike">
                <a:latin typeface="Open Sans"/>
              </a:rPr>
              <a:t>rExpre</a:t>
            </a:r>
            <a:r>
              <a:rPr b="0" lang="en-US" sz="2000" spc="-1" strike="noStrike">
                <a:latin typeface="Open Sans"/>
              </a:rPr>
              <a:t>ssion </a:t>
            </a:r>
            <a:r>
              <a:rPr b="0" lang="en-US" sz="2000" spc="-1" strike="noStrike">
                <a:latin typeface="Open Sans"/>
              </a:rPr>
              <a:t>= </a:t>
            </a:r>
            <a:r>
              <a:rPr b="0" lang="en-US" sz="2000" spc="-1" strike="noStrike">
                <a:latin typeface="Open Sans"/>
              </a:rPr>
              <a:t>/patter</a:t>
            </a:r>
            <a:r>
              <a:rPr b="0" lang="en-US" sz="2000" spc="-1" strike="noStrike">
                <a:latin typeface="Open Sans"/>
              </a:rPr>
              <a:t>n/flag;</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CustomShape 1"/>
          <p:cNvSpPr/>
          <p:nvPr/>
        </p:nvSpPr>
        <p:spPr>
          <a:xfrm>
            <a:off x="685800" y="0"/>
            <a:ext cx="10819800" cy="1713960"/>
          </a:xfrm>
          <a:prstGeom prst="rect">
            <a:avLst/>
          </a:prstGeom>
          <a:noFill/>
          <a:ln>
            <a:noFill/>
          </a:ln>
        </p:spPr>
        <p:style>
          <a:lnRef idx="0"/>
          <a:fillRef idx="0"/>
          <a:effectRef idx="0"/>
          <a:fontRef idx="minor"/>
        </p:style>
        <p:txBody>
          <a:bodyPr lIns="0" rIns="90000" tIns="45000" bIns="45000">
            <a:no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80" name="CustomShape 2"/>
          <p:cNvSpPr/>
          <p:nvPr/>
        </p:nvSpPr>
        <p:spPr>
          <a:xfrm>
            <a:off x="365760" y="182880"/>
            <a:ext cx="1106388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3200" spc="-1" strike="noStrike">
                <a:latin typeface="Open Sans"/>
              </a:rPr>
              <a:t>RegExp Object</a:t>
            </a:r>
            <a:endParaRPr b="0" lang="en-US" sz="3200" spc="-1" strike="noStrike">
              <a:latin typeface="Arial"/>
            </a:endParaRPr>
          </a:p>
          <a:p>
            <a:pPr>
              <a:lnSpc>
                <a:spcPct val="100000"/>
              </a:lnSpc>
            </a:pPr>
            <a:endParaRPr b="0" lang="en-US" sz="3200" spc="-1" strike="noStrike">
              <a:latin typeface="Arial"/>
            </a:endParaRPr>
          </a:p>
        </p:txBody>
      </p:sp>
      <p:sp>
        <p:nvSpPr>
          <p:cNvPr id="281" name="CustomShape 3"/>
          <p:cNvSpPr/>
          <p:nvPr/>
        </p:nvSpPr>
        <p:spPr>
          <a:xfrm>
            <a:off x="365760" y="822960"/>
            <a:ext cx="11247120" cy="4968360"/>
          </a:xfrm>
          <a:prstGeom prst="rect">
            <a:avLst/>
          </a:prstGeom>
          <a:noFill/>
          <a:ln>
            <a:noFill/>
          </a:ln>
        </p:spPr>
        <p:style>
          <a:lnRef idx="0"/>
          <a:fillRef idx="0"/>
          <a:effectRef idx="0"/>
          <a:fontRef idx="minor"/>
        </p:style>
        <p:txBody>
          <a:bodyPr lIns="90000" rIns="90000" tIns="45000" bIns="45000">
            <a:spAutoFit/>
          </a:bodyPr>
          <a:p>
            <a:pPr marL="216000" indent="-216000">
              <a:lnSpc>
                <a:spcPct val="100000"/>
              </a:lnSpc>
              <a:buClr>
                <a:srgbClr val="000000"/>
              </a:buClr>
              <a:buFont typeface="Wingdings" charset="2"/>
              <a:buChar char=""/>
            </a:pPr>
            <a:r>
              <a:rPr b="0" lang="en-US" sz="2000" spc="-1" strike="noStrike">
                <a:latin typeface="Open Sans"/>
              </a:rPr>
              <a:t>Pattern – A String that specifies the pattern of the regular expression or another regular expression.</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Flag – An optional string containing any of the “g”, “I” and “m” attributes that specify global, case-insensitive and multiple matches respectively.</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Properties of RegExp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Constructor</a:t>
            </a:r>
            <a:r>
              <a:rPr b="0" lang="en-US" sz="2000" spc="-1" strike="noStrike">
                <a:latin typeface="Open Sans"/>
              </a:rPr>
              <a:t> - Returns the function that created the RegExp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Global</a:t>
            </a:r>
            <a:r>
              <a:rPr b="0" lang="en-US" sz="2000" spc="-1" strike="noStrike">
                <a:latin typeface="Open Sans"/>
              </a:rPr>
              <a:t> - Checks whether the "g" modifier is set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ignoreCase</a:t>
            </a:r>
            <a:r>
              <a:rPr b="0" lang="en-US" sz="2000" spc="-1" strike="noStrike">
                <a:latin typeface="Open Sans"/>
              </a:rPr>
              <a:t> - Checks whether the "i" modifier is set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lastIndex</a:t>
            </a:r>
            <a:r>
              <a:rPr b="0" lang="en-US" sz="2000" spc="-1" strike="noStrike">
                <a:latin typeface="Open Sans"/>
              </a:rPr>
              <a:t> - Specifies the index at which to start the next match</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multiline</a:t>
            </a:r>
            <a:r>
              <a:rPr b="0" lang="en-US" sz="2000" spc="-1" strike="noStrike">
                <a:latin typeface="Open Sans"/>
              </a:rPr>
              <a:t> - Checks whether the "m" modifier is set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source</a:t>
            </a:r>
            <a:r>
              <a:rPr b="0" lang="en-US" sz="2000" spc="-1" strike="noStrike">
                <a:latin typeface="Open Sans"/>
              </a:rPr>
              <a:t> - Returns the text of the RegExp pattern</a:t>
            </a:r>
            <a:endParaRPr b="0" lang="en-US" sz="2000" spc="-1" strike="noStrike">
              <a:latin typeface="Arial"/>
            </a:endParaRPr>
          </a:p>
          <a:p>
            <a:pPr marL="216000" indent="-216000">
              <a:lnSpc>
                <a:spcPct val="100000"/>
              </a:lnSpc>
              <a:buClr>
                <a:srgbClr val="000000"/>
              </a:buClr>
              <a:buFont typeface="Wingdings" charset="2"/>
              <a:buChar char=""/>
            </a:pPr>
            <a:r>
              <a:rPr b="0" lang="en-US" sz="2000" spc="-1" strike="noStrike">
                <a:latin typeface="Open Sans"/>
              </a:rPr>
              <a:t>Methods of RegExp object</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exec()</a:t>
            </a:r>
            <a:r>
              <a:rPr b="0" lang="en-US" sz="2000" spc="-1" strike="noStrike">
                <a:latin typeface="Open Sans"/>
              </a:rPr>
              <a:t> - Tests for a match in a string. Returns the first match.</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test()</a:t>
            </a:r>
            <a:r>
              <a:rPr b="0" lang="en-US" sz="2000" spc="-1" strike="noStrike">
                <a:latin typeface="Open Sans"/>
              </a:rPr>
              <a:t> - Tests for a match in a string. Returns true or false.</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toString()</a:t>
            </a:r>
            <a:r>
              <a:rPr b="0" lang="en-US" sz="2000" spc="-1" strike="noStrike">
                <a:latin typeface="Open Sans"/>
              </a:rPr>
              <a:t> - Returns the string value of the regular expression.</a:t>
            </a:r>
            <a:endParaRPr b="0" lang="en-US" sz="2000" spc="-1" strike="noStrike">
              <a:latin typeface="Arial"/>
            </a:endParaRPr>
          </a:p>
          <a:p>
            <a:pPr lvl="1" marL="432000" indent="-216000">
              <a:lnSpc>
                <a:spcPct val="100000"/>
              </a:lnSpc>
              <a:buClr>
                <a:srgbClr val="000000"/>
              </a:buClr>
              <a:buSzPct val="45000"/>
              <a:buFont typeface="Wingdings" charset="2"/>
              <a:buChar char=""/>
            </a:pPr>
            <a:r>
              <a:rPr b="1" lang="en-US" sz="2000" spc="-1" strike="noStrike">
                <a:latin typeface="Open Sans"/>
              </a:rPr>
              <a:t>toSource()</a:t>
            </a:r>
            <a:r>
              <a:rPr b="0" lang="en-US" sz="2000" spc="-1" strike="noStrike">
                <a:latin typeface="Open Sans"/>
              </a:rPr>
              <a:t> - Returns an object literal representing the specified object.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QUESTIONS ?</a:t>
            </a:r>
            <a:endParaRPr b="0" lang="en-US" sz="12500" spc="-1" strike="noStrike">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USED MATERIALS</a:t>
            </a:r>
            <a:endParaRPr b="0" lang="en-US" sz="12500" spc="-1" strike="noStrike">
              <a:latin typeface="Arial"/>
            </a:endParaRPr>
          </a:p>
        </p:txBody>
      </p:sp>
      <p:sp>
        <p:nvSpPr>
          <p:cNvPr id="284" name="CustomShape 2"/>
          <p:cNvSpPr/>
          <p:nvPr/>
        </p:nvSpPr>
        <p:spPr>
          <a:xfrm>
            <a:off x="759600" y="3961440"/>
            <a:ext cx="9207000" cy="1386000"/>
          </a:xfrm>
          <a:prstGeom prst="rect">
            <a:avLst/>
          </a:prstGeom>
          <a:noFill/>
          <a:ln>
            <a:noFill/>
          </a:ln>
        </p:spPr>
        <p:style>
          <a:lnRef idx="0"/>
          <a:fillRef idx="0"/>
          <a:effectRef idx="0"/>
          <a:fontRef idx="minor"/>
        </p:style>
        <p:txBody>
          <a:bodyPr lIns="90000" rIns="90000" tIns="45000" bIns="45000">
            <a:spAutoFit/>
          </a:bodyPr>
          <a:p>
            <a:pPr>
              <a:lnSpc>
                <a:spcPct val="90000"/>
              </a:lnSpc>
              <a:spcBef>
                <a:spcPts val="1001"/>
              </a:spcBef>
            </a:pPr>
            <a:r>
              <a:rPr b="0" lang="en-US" sz="1540" spc="-1" strike="noStrike" u="sng">
                <a:solidFill>
                  <a:srgbClr val="00a6ce"/>
                </a:solidFill>
                <a:uFillTx/>
                <a:latin typeface="Open Sans"/>
                <a:ea typeface="DejaVu Sans"/>
                <a:hlinkClick r:id="rId1"/>
              </a:rPr>
              <a:t>https://developer.mozilla.org/en-US/docs/Web/JavaScript/Guide/Details_of_the_Object_Model</a:t>
            </a:r>
            <a:endParaRPr b="0" lang="en-US" sz="1540" spc="-1" strike="noStrike">
              <a:latin typeface="Arial"/>
            </a:endParaRPr>
          </a:p>
          <a:p>
            <a:pPr>
              <a:lnSpc>
                <a:spcPct val="90000"/>
              </a:lnSpc>
              <a:spcBef>
                <a:spcPts val="1001"/>
              </a:spcBef>
            </a:pPr>
            <a:r>
              <a:rPr b="0" lang="en-US" sz="1540" spc="-1" strike="noStrike" u="sng">
                <a:solidFill>
                  <a:srgbClr val="00a6ce"/>
                </a:solidFill>
                <a:uFillTx/>
                <a:latin typeface="Open Sans"/>
                <a:ea typeface="DejaVu Sans"/>
                <a:hlinkClick r:id="rId2"/>
              </a:rPr>
              <a:t>https://medium.com/@akash.mihul/understanding-inheritance-and-prototype-chain-in-javascript-75d0086fd90f</a:t>
            </a:r>
            <a:endParaRPr b="0" lang="en-US" sz="1540" spc="-1" strike="noStrike">
              <a:latin typeface="Arial"/>
            </a:endParaRPr>
          </a:p>
          <a:p>
            <a:pPr>
              <a:lnSpc>
                <a:spcPct val="90000"/>
              </a:lnSpc>
              <a:spcBef>
                <a:spcPts val="1001"/>
              </a:spcBef>
            </a:pPr>
            <a:r>
              <a:rPr b="0" lang="en-US" sz="1800" spc="-1" strike="noStrike">
                <a:latin typeface="Arial"/>
                <a:hlinkClick r:id="rId3"/>
              </a:rPr>
              <a:t>http://www.ques10.com/p/29073/explain-built-in-objects-of-javascript/</a:t>
            </a:r>
            <a:endParaRPr b="0" lang="en-US" sz="1800" spc="-1" strike="noStrike">
              <a:latin typeface="Arial"/>
            </a:endParaRPr>
          </a:p>
          <a:p>
            <a:pPr>
              <a:lnSpc>
                <a:spcPct val="90000"/>
              </a:lnSpc>
              <a:spcBef>
                <a:spcPts val="1001"/>
              </a:spcBef>
            </a:pPr>
            <a:r>
              <a:rPr b="0" lang="en-US" sz="1800" spc="-1" strike="noStrike">
                <a:latin typeface="Arial"/>
                <a:hlinkClick r:id="rId4"/>
              </a:rPr>
              <a:t>https://www.tutorialride.com/javascript/javascript-built-in-objects.htm</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CustomShape 1"/>
          <p:cNvSpPr/>
          <p:nvPr/>
        </p:nvSpPr>
        <p:spPr>
          <a:xfrm>
            <a:off x="685800" y="685800"/>
            <a:ext cx="10819800" cy="4799880"/>
          </a:xfrm>
          <a:prstGeom prst="rect">
            <a:avLst/>
          </a:prstGeom>
          <a:noFill/>
          <a:ln>
            <a:noFill/>
          </a:ln>
        </p:spPr>
        <p:style>
          <a:lnRef idx="0"/>
          <a:fillRef idx="0"/>
          <a:effectRef idx="0"/>
          <a:fontRef idx="minor"/>
        </p:style>
        <p:txBody>
          <a:bodyPr lIns="0" rIns="90000" tIns="45000" bIns="45000">
            <a:noAutofit/>
          </a:bodyPr>
          <a:p>
            <a:pPr>
              <a:lnSpc>
                <a:spcPts val="11001"/>
              </a:lnSpc>
            </a:pPr>
            <a:r>
              <a:rPr b="0" lang="en-US" sz="12500" spc="-1" strike="noStrike">
                <a:solidFill>
                  <a:srgbClr val="ffffff"/>
                </a:solidFill>
                <a:latin typeface="Proxima Nova Black"/>
              </a:rPr>
              <a:t>THANK YOU</a:t>
            </a:r>
            <a:endParaRPr b="0" lang="en-US" sz="125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4195FC54A15F344D83577B1CDDD67A5D" ma:contentTypeVersion="9" ma:contentTypeDescription="Создание документа." ma:contentTypeScope="" ma:versionID="961ec8db58076c7d3e9f84b9cd82fd45">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bd9f0c80ada20ee560e77d723f3ef44e"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A1340B-3A1B-4156-ADE3-51DF6C2C795D}">
  <ds:schemaRefs>
    <ds:schemaRef ds:uri="835f28f2-30f1-4728-84d2-86d96e143488"/>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341e6018-ac0a-4dfb-8409-db9e0d25502e"/>
    <ds:schemaRef ds:uri="http://www.w3.org/XML/1998/namespace"/>
    <ds:schemaRef ds:uri="http://purl.org/dc/elements/1.1/"/>
  </ds:schemaRefs>
</ds:datastoreItem>
</file>

<file path=customXml/itemProps2.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3.xml><?xml version="1.0" encoding="utf-8"?>
<ds:datastoreItem xmlns:ds="http://schemas.openxmlformats.org/officeDocument/2006/customXml" ds:itemID="{CAFDAB34-20E1-438F-BCB2-ECDA5496F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1e6018-ac0a-4dfb-8409-db9e0d25502e"/>
    <ds:schemaRef ds:uri="835f28f2-30f1-4728-84d2-86d96e1434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SoftServeTemplate_Black</Template>
  <TotalTime>612</TotalTime>
  <Application>LibreOffice/6.2.3.2$Linux_X86_64 LibreOffice_project/20$Build-2</Application>
  <Words>104</Words>
  <Paragraphs>30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2018-12-11T16:43:22Z</dcterms:created>
  <dc:creator>Liubov Koliasa</dc:creator>
  <dc:description/>
  <dc:language>en-US</dc:language>
  <cp:lastModifiedBy/>
  <dcterms:modified xsi:type="dcterms:W3CDTF">2019-06-10T01:16:08Z</dcterms:modified>
  <cp:revision>73</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0x0101004195FC54A15F344D83577B1CDDD67A5D</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0</vt:bool>
  </property>
  <property fmtid="{D5CDD505-2E9C-101B-9397-08002B2CF9AE}" pid="11" name="ShareDoc">
    <vt:bool>0</vt:bool>
  </property>
  <property fmtid="{D5CDD505-2E9C-101B-9397-08002B2CF9AE}" pid="12" name="Slides">
    <vt:i4>8</vt:i4>
  </property>
</Properties>
</file>