
<file path=[Content_Types].xml><?xml version="1.0" encoding="utf-8"?>
<Types xmlns="http://schemas.openxmlformats.org/package/2006/content-types">
  <Default Extension="emf" ContentType="image/x-emf"/>
  <Default Extension="fntdata" ContentType="application/x-fontdata"/>
  <Default Extension="gif" ContentType="image/gi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p:sldMasterIdLst>
    <p:sldMasterId id="2147483648" r:id="rId4"/>
    <p:sldMasterId id="2147483656" r:id="rId5"/>
  </p:sldMasterIdLst>
  <p:sldIdLst>
    <p:sldId id="257" r:id="rId6"/>
    <p:sldId id="259" r:id="rId7"/>
    <p:sldId id="276" r:id="rId8"/>
    <p:sldId id="275" r:id="rId9"/>
    <p:sldId id="274" r:id="rId10"/>
    <p:sldId id="277" r:id="rId11"/>
    <p:sldId id="278" r:id="rId12"/>
    <p:sldId id="279" r:id="rId13"/>
    <p:sldId id="280" r:id="rId14"/>
    <p:sldId id="281" r:id="rId15"/>
    <p:sldId id="282" r:id="rId16"/>
    <p:sldId id="283" r:id="rId17"/>
    <p:sldId id="284" r:id="rId18"/>
    <p:sldId id="285" r:id="rId19"/>
    <p:sldId id="286" r:id="rId20"/>
    <p:sldId id="287" r:id="rId21"/>
    <p:sldId id="288" r:id="rId22"/>
    <p:sldId id="289" r:id="rId23"/>
    <p:sldId id="290" r:id="rId24"/>
    <p:sldId id="291" r:id="rId25"/>
    <p:sldId id="292" r:id="rId26"/>
    <p:sldId id="293" r:id="rId27"/>
    <p:sldId id="294" r:id="rId28"/>
    <p:sldId id="295" r:id="rId29"/>
    <p:sldId id="296" r:id="rId30"/>
    <p:sldId id="297" r:id="rId31"/>
    <p:sldId id="298" r:id="rId32"/>
    <p:sldId id="299" r:id="rId33"/>
    <p:sldId id="270" r:id="rId34"/>
    <p:sldId id="271" r:id="rId35"/>
    <p:sldId id="273" r:id="rId36"/>
  </p:sldIdLst>
  <p:sldSz cx="12192000" cy="6858000"/>
  <p:notesSz cx="6858000" cy="9144000"/>
  <p:embeddedFontLst>
    <p:embeddedFont>
      <p:font typeface="Calibri" panose="020F0502020204030204" pitchFamily="34" charset="0"/>
      <p:regular r:id="rId37"/>
      <p:bold r:id="rId38"/>
      <p:italic r:id="rId39"/>
      <p:boldItalic r:id="rId40"/>
    </p:embeddedFont>
    <p:embeddedFont>
      <p:font typeface="Open Sans" panose="020B0604020202020204" charset="0"/>
      <p:regular r:id="rId41"/>
      <p:bold r:id="rId42"/>
      <p:italic r:id="rId43"/>
      <p:boldItalic r:id="rId44"/>
    </p:embeddedFont>
    <p:embeddedFont>
      <p:font typeface="Proxima Nova Black" panose="020B0604020202020204" charset="0"/>
      <p:bold r:id="rId45"/>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25131" autoAdjust="0"/>
    <p:restoredTop sz="86957" autoAdjust="0"/>
  </p:normalViewPr>
  <p:slideViewPr>
    <p:cSldViewPr snapToGrid="0">
      <p:cViewPr varScale="1">
        <p:scale>
          <a:sx n="86" d="100"/>
          <a:sy n="86" d="100"/>
        </p:scale>
        <p:origin x="134" y="86"/>
      </p:cViewPr>
      <p:guideLst/>
    </p:cSldViewPr>
  </p:slideViewPr>
  <p:notesTextViewPr>
    <p:cViewPr>
      <p:scale>
        <a:sx n="1" d="1"/>
        <a:sy n="1" d="1"/>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8.xml"/><Relationship Id="rId18" Type="http://schemas.openxmlformats.org/officeDocument/2006/relationships/slide" Target="slides/slide13.xml"/><Relationship Id="rId26" Type="http://schemas.openxmlformats.org/officeDocument/2006/relationships/slide" Target="slides/slide21.xml"/><Relationship Id="rId39" Type="http://schemas.openxmlformats.org/officeDocument/2006/relationships/font" Target="fonts/font3.fntdata"/><Relationship Id="rId3" Type="http://schemas.openxmlformats.org/officeDocument/2006/relationships/customXml" Target="../customXml/item3.xml"/><Relationship Id="rId21" Type="http://schemas.openxmlformats.org/officeDocument/2006/relationships/slide" Target="slides/slide16.xml"/><Relationship Id="rId34" Type="http://schemas.openxmlformats.org/officeDocument/2006/relationships/slide" Target="slides/slide29.xml"/><Relationship Id="rId42" Type="http://schemas.openxmlformats.org/officeDocument/2006/relationships/font" Target="fonts/font6.fntdata"/><Relationship Id="rId47" Type="http://schemas.openxmlformats.org/officeDocument/2006/relationships/viewProps" Target="viewProps.xml"/><Relationship Id="rId7" Type="http://schemas.openxmlformats.org/officeDocument/2006/relationships/slide" Target="slides/slide2.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slide" Target="slides/slide20.xml"/><Relationship Id="rId33" Type="http://schemas.openxmlformats.org/officeDocument/2006/relationships/slide" Target="slides/slide28.xml"/><Relationship Id="rId38" Type="http://schemas.openxmlformats.org/officeDocument/2006/relationships/font" Target="fonts/font2.fntdata"/><Relationship Id="rId46" Type="http://schemas.openxmlformats.org/officeDocument/2006/relationships/presProps" Target="presProps.xml"/><Relationship Id="rId2" Type="http://schemas.openxmlformats.org/officeDocument/2006/relationships/customXml" Target="../customXml/item2.xml"/><Relationship Id="rId16" Type="http://schemas.openxmlformats.org/officeDocument/2006/relationships/slide" Target="slides/slide11.xml"/><Relationship Id="rId20" Type="http://schemas.openxmlformats.org/officeDocument/2006/relationships/slide" Target="slides/slide15.xml"/><Relationship Id="rId29" Type="http://schemas.openxmlformats.org/officeDocument/2006/relationships/slide" Target="slides/slide24.xml"/><Relationship Id="rId41" Type="http://schemas.openxmlformats.org/officeDocument/2006/relationships/font" Target="fonts/font5.fntdata"/><Relationship Id="rId1" Type="http://schemas.openxmlformats.org/officeDocument/2006/relationships/customXml" Target="../customXml/item1.xml"/><Relationship Id="rId6" Type="http://schemas.openxmlformats.org/officeDocument/2006/relationships/slide" Target="slides/slide1.xml"/><Relationship Id="rId11" Type="http://schemas.openxmlformats.org/officeDocument/2006/relationships/slide" Target="slides/slide6.xml"/><Relationship Id="rId24" Type="http://schemas.openxmlformats.org/officeDocument/2006/relationships/slide" Target="slides/slide19.xml"/><Relationship Id="rId32" Type="http://schemas.openxmlformats.org/officeDocument/2006/relationships/slide" Target="slides/slide27.xml"/><Relationship Id="rId37" Type="http://schemas.openxmlformats.org/officeDocument/2006/relationships/font" Target="fonts/font1.fntdata"/><Relationship Id="rId40" Type="http://schemas.openxmlformats.org/officeDocument/2006/relationships/font" Target="fonts/font4.fntdata"/><Relationship Id="rId45" Type="http://schemas.openxmlformats.org/officeDocument/2006/relationships/font" Target="fonts/font9.fntdata"/><Relationship Id="rId5" Type="http://schemas.openxmlformats.org/officeDocument/2006/relationships/slideMaster" Target="slideMasters/slideMaster2.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slide" Target="slides/slide23.xml"/><Relationship Id="rId36" Type="http://schemas.openxmlformats.org/officeDocument/2006/relationships/slide" Target="slides/slide31.xml"/><Relationship Id="rId49" Type="http://schemas.openxmlformats.org/officeDocument/2006/relationships/tableStyles" Target="tableStyles.xml"/><Relationship Id="rId10" Type="http://schemas.openxmlformats.org/officeDocument/2006/relationships/slide" Target="slides/slide5.xml"/><Relationship Id="rId19" Type="http://schemas.openxmlformats.org/officeDocument/2006/relationships/slide" Target="slides/slide14.xml"/><Relationship Id="rId31" Type="http://schemas.openxmlformats.org/officeDocument/2006/relationships/slide" Target="slides/slide26.xml"/><Relationship Id="rId44" Type="http://schemas.openxmlformats.org/officeDocument/2006/relationships/font" Target="fonts/font8.fntdata"/><Relationship Id="rId4" Type="http://schemas.openxmlformats.org/officeDocument/2006/relationships/slideMaster" Target="slideMasters/slideMaster1.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slide" Target="slides/slide22.xml"/><Relationship Id="rId30" Type="http://schemas.openxmlformats.org/officeDocument/2006/relationships/slide" Target="slides/slide25.xml"/><Relationship Id="rId35" Type="http://schemas.openxmlformats.org/officeDocument/2006/relationships/slide" Target="slides/slide30.xml"/><Relationship Id="rId43" Type="http://schemas.openxmlformats.org/officeDocument/2006/relationships/font" Target="fonts/font7.fntdata"/><Relationship Id="rId48" Type="http://schemas.openxmlformats.org/officeDocument/2006/relationships/theme" Target="theme/theme1.xml"/><Relationship Id="rId8" Type="http://schemas.openxmlformats.org/officeDocument/2006/relationships/slide" Target="slides/slide3.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SLIDE-DARK-1">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9" name="Title 8"/>
          <p:cNvSpPr>
            <a:spLocks noGrp="1"/>
          </p:cNvSpPr>
          <p:nvPr>
            <p:ph type="title" hasCustomPrompt="1"/>
          </p:nvPr>
        </p:nvSpPr>
        <p:spPr>
          <a:xfrm>
            <a:off x="-208308" y="174928"/>
            <a:ext cx="12390783" cy="6683071"/>
          </a:xfrm>
          <a:prstGeom prst="rect">
            <a:avLst/>
          </a:prstGeom>
        </p:spPr>
        <p:txBody>
          <a:bodyPr anchor="t">
            <a:noAutofit/>
          </a:bodyPr>
          <a:lstStyle>
            <a:lvl1pPr>
              <a:lnSpc>
                <a:spcPts val="11000"/>
              </a:lnSpc>
              <a:defRPr sz="15000">
                <a:latin typeface="Proxima Nova Black" panose="02000506030000020004" pitchFamily="50" charset="0"/>
              </a:defRPr>
            </a:lvl1pPr>
          </a:lstStyle>
          <a:p>
            <a:r>
              <a:rPr lang="en-US" dirty="0"/>
              <a:t>TITLE</a:t>
            </a:r>
            <a:br>
              <a:rPr lang="uk-UA" dirty="0"/>
            </a:br>
            <a:r>
              <a:rPr lang="en-US" dirty="0"/>
              <a:t>TO</a:t>
            </a:r>
            <a:r>
              <a:rPr lang="uk-UA" dirty="0"/>
              <a:t> </a:t>
            </a:r>
            <a:r>
              <a:rPr lang="en-US" dirty="0"/>
              <a:t>BE</a:t>
            </a:r>
            <a:r>
              <a:rPr lang="uk-UA" dirty="0"/>
              <a:t> </a:t>
            </a:r>
            <a:r>
              <a:rPr lang="en-US" dirty="0"/>
              <a:t>CAPI</a:t>
            </a:r>
            <a:br>
              <a:rPr lang="uk-UA" dirty="0"/>
            </a:br>
            <a:r>
              <a:rPr lang="en-US" dirty="0"/>
              <a:t>TALIZED</a:t>
            </a:r>
          </a:p>
        </p:txBody>
      </p:sp>
      <p:sp>
        <p:nvSpPr>
          <p:cNvPr id="20" name="Text Placeholder 19"/>
          <p:cNvSpPr>
            <a:spLocks noGrp="1"/>
          </p:cNvSpPr>
          <p:nvPr>
            <p:ph type="body" sz="quarter" idx="10" hasCustomPrompt="1"/>
          </p:nvPr>
        </p:nvSpPr>
        <p:spPr>
          <a:xfrm>
            <a:off x="685800" y="5915025"/>
            <a:ext cx="3467100" cy="295275"/>
          </a:xfrm>
          <a:prstGeom prst="rect">
            <a:avLst/>
          </a:prstGeom>
        </p:spPr>
        <p:txBody>
          <a:bodyPr lIns="0"/>
          <a:lstStyle>
            <a:lvl1pPr marL="0" indent="0">
              <a:buNone/>
              <a:defRPr sz="2000" baseline="0">
                <a:latin typeface="Open Sans" panose="020B0606030504020204" pitchFamily="34" charset="0"/>
                <a:ea typeface="Open Sans" panose="020B0606030504020204" pitchFamily="34" charset="0"/>
                <a:cs typeface="Open Sans" panose="020B0606030504020204" pitchFamily="34" charset="0"/>
              </a:defRPr>
            </a:lvl1pPr>
          </a:lstStyle>
          <a:p>
            <a:pPr lvl="0"/>
            <a:r>
              <a:rPr lang="en-US" dirty="0"/>
              <a:t>by Speaker</a:t>
            </a:r>
          </a:p>
        </p:txBody>
      </p:sp>
    </p:spTree>
    <p:extLst>
      <p:ext uri="{BB962C8B-B14F-4D97-AF65-F5344CB8AC3E}">
        <p14:creationId xmlns:p14="http://schemas.microsoft.com/office/powerpoint/2010/main" val="57075148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SLIDE-DARK-2">
    <p:spTree>
      <p:nvGrpSpPr>
        <p:cNvPr id="1" name=""/>
        <p:cNvGrpSpPr/>
        <p:nvPr/>
      </p:nvGrpSpPr>
      <p:grpSpPr>
        <a:xfrm>
          <a:off x="0" y="0"/>
          <a:ext cx="0" cy="0"/>
          <a:chOff x="0" y="0"/>
          <a:chExt cx="0" cy="0"/>
        </a:xfrm>
      </p:grpSpPr>
      <p:sp>
        <p:nvSpPr>
          <p:cNvPr id="9" name="Title 8"/>
          <p:cNvSpPr>
            <a:spLocks noGrp="1"/>
          </p:cNvSpPr>
          <p:nvPr>
            <p:ph type="title" hasCustomPrompt="1"/>
          </p:nvPr>
        </p:nvSpPr>
        <p:spPr>
          <a:xfrm>
            <a:off x="685801" y="685799"/>
            <a:ext cx="10820400" cy="4800601"/>
          </a:xfrm>
          <a:prstGeom prst="rect">
            <a:avLst/>
          </a:prstGeom>
        </p:spPr>
        <p:txBody>
          <a:bodyPr lIns="0" anchor="t">
            <a:noAutofit/>
          </a:bodyPr>
          <a:lstStyle>
            <a:lvl1pPr>
              <a:lnSpc>
                <a:spcPts val="11000"/>
              </a:lnSpc>
              <a:defRPr sz="12500">
                <a:latin typeface="Proxima Nova Black" panose="02000506030000020004" pitchFamily="50" charset="0"/>
              </a:defRPr>
            </a:lvl1pPr>
          </a:lstStyle>
          <a:p>
            <a:r>
              <a:rPr lang="en-US" dirty="0"/>
              <a:t>TITLE TO BE CAPITALIZED</a:t>
            </a:r>
          </a:p>
        </p:txBody>
      </p:sp>
      <p:sp>
        <p:nvSpPr>
          <p:cNvPr id="4" name="Text Placeholder 19"/>
          <p:cNvSpPr>
            <a:spLocks noGrp="1"/>
          </p:cNvSpPr>
          <p:nvPr>
            <p:ph type="body" sz="quarter" idx="10" hasCustomPrompt="1"/>
          </p:nvPr>
        </p:nvSpPr>
        <p:spPr>
          <a:xfrm>
            <a:off x="685800" y="5915025"/>
            <a:ext cx="3467100" cy="295275"/>
          </a:xfrm>
          <a:prstGeom prst="rect">
            <a:avLst/>
          </a:prstGeom>
        </p:spPr>
        <p:txBody>
          <a:bodyPr lIns="0"/>
          <a:lstStyle>
            <a:lvl1pPr marL="0" indent="0">
              <a:buNone/>
              <a:defRPr sz="2000" baseline="0">
                <a:latin typeface="Open Sans" panose="020B0606030504020204" pitchFamily="34" charset="0"/>
                <a:ea typeface="Open Sans" panose="020B0606030504020204" pitchFamily="34" charset="0"/>
                <a:cs typeface="Open Sans" panose="020B0606030504020204" pitchFamily="34" charset="0"/>
              </a:defRPr>
            </a:lvl1pPr>
          </a:lstStyle>
          <a:p>
            <a:pPr lvl="0"/>
            <a:r>
              <a:rPr lang="en-US" dirty="0"/>
              <a:t>by Speaker</a:t>
            </a:r>
          </a:p>
        </p:txBody>
      </p:sp>
    </p:spTree>
    <p:extLst>
      <p:ext uri="{BB962C8B-B14F-4D97-AF65-F5344CB8AC3E}">
        <p14:creationId xmlns:p14="http://schemas.microsoft.com/office/powerpoint/2010/main" val="96648689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EXT-ONE-COLUMN-DARK">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685800" y="685801"/>
            <a:ext cx="10820400" cy="685800"/>
          </a:xfrm>
          <a:prstGeom prst="rect">
            <a:avLst/>
          </a:prstGeom>
        </p:spPr>
        <p:txBody>
          <a:bodyPr lIns="0"/>
          <a:lstStyle>
            <a:lvl1pPr>
              <a:defRPr baseline="0">
                <a:latin typeface="Proxima Nova Black" panose="02000506030000020004" pitchFamily="50" charset="0"/>
              </a:defRPr>
            </a:lvl1pPr>
          </a:lstStyle>
          <a:p>
            <a:r>
              <a:rPr lang="en-US" dirty="0"/>
              <a:t>TITLE TO BE CAPITALIZED</a:t>
            </a:r>
          </a:p>
        </p:txBody>
      </p:sp>
      <p:sp>
        <p:nvSpPr>
          <p:cNvPr id="7" name="Text Placeholder 6"/>
          <p:cNvSpPr>
            <a:spLocks noGrp="1"/>
          </p:cNvSpPr>
          <p:nvPr>
            <p:ph type="body" sz="quarter" idx="10" hasCustomPrompt="1"/>
          </p:nvPr>
        </p:nvSpPr>
        <p:spPr>
          <a:xfrm>
            <a:off x="685800" y="2057400"/>
            <a:ext cx="10820400" cy="3429000"/>
          </a:xfrm>
          <a:prstGeom prst="rect">
            <a:avLst/>
          </a:prstGeom>
        </p:spPr>
        <p:txBody>
          <a:bodyPr lIns="0"/>
          <a:lstStyle>
            <a:lvl1pPr marL="0" indent="0">
              <a:lnSpc>
                <a:spcPct val="100000"/>
              </a:lnSpc>
              <a:buNone/>
              <a:defRPr sz="2000">
                <a:latin typeface="Open Sans" panose="020B0606030504020204" pitchFamily="34" charset="0"/>
                <a:ea typeface="Open Sans" panose="020B0606030504020204" pitchFamily="34" charset="0"/>
                <a:cs typeface="Open Sans" panose="020B0606030504020204" pitchFamily="34" charset="0"/>
              </a:defRPr>
            </a:lvl1pPr>
            <a:lvl2pPr marL="457200" indent="0">
              <a:buNone/>
              <a:defRPr sz="1800">
                <a:latin typeface="Open Sans" panose="020B0606030504020204" pitchFamily="34" charset="0"/>
                <a:ea typeface="Open Sans" panose="020B0606030504020204" pitchFamily="34" charset="0"/>
                <a:cs typeface="Open Sans" panose="020B0606030504020204" pitchFamily="34" charset="0"/>
              </a:defRPr>
            </a:lvl2pPr>
            <a:lvl3pPr marL="914400" indent="0">
              <a:buNone/>
              <a:defRPr sz="1600">
                <a:latin typeface="Open Sans" panose="020B0606030504020204" pitchFamily="34" charset="0"/>
                <a:ea typeface="Open Sans" panose="020B0606030504020204" pitchFamily="34" charset="0"/>
                <a:cs typeface="Open Sans" panose="020B0606030504020204" pitchFamily="34" charset="0"/>
              </a:defRPr>
            </a:lvl3pPr>
            <a:lvl4pPr marL="1371600" indent="0">
              <a:buNone/>
              <a:defRPr sz="1400">
                <a:latin typeface="Open Sans" panose="020B0606030504020204" pitchFamily="34" charset="0"/>
                <a:ea typeface="Open Sans" panose="020B0606030504020204" pitchFamily="34" charset="0"/>
                <a:cs typeface="Open Sans" panose="020B0606030504020204" pitchFamily="34" charset="0"/>
              </a:defRPr>
            </a:lvl4pPr>
            <a:lvl5pPr marL="1828800" indent="0">
              <a:buNone/>
              <a:defRPr sz="1200">
                <a:latin typeface="Open Sans" panose="020B0606030504020204" pitchFamily="34" charset="0"/>
                <a:ea typeface="Open Sans" panose="020B0606030504020204" pitchFamily="34" charset="0"/>
                <a:cs typeface="Open Sans" panose="020B0606030504020204" pitchFamily="34" charset="0"/>
              </a:defRPr>
            </a:lvl5pPr>
          </a:lstStyle>
          <a:p>
            <a:pPr lvl="0"/>
            <a:r>
              <a:rPr lang="en-US" dirty="0"/>
              <a:t>Click to edit the text </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4" name="TextBox 13"/>
          <p:cNvSpPr txBox="1"/>
          <p:nvPr userDrawn="1"/>
        </p:nvSpPr>
        <p:spPr>
          <a:xfrm>
            <a:off x="9486900" y="236808"/>
            <a:ext cx="2121626" cy="261610"/>
          </a:xfrm>
          <a:prstGeom prst="rect">
            <a:avLst/>
          </a:prstGeom>
          <a:noFill/>
        </p:spPr>
        <p:txBody>
          <a:bodyPr wrap="square" rtlCol="0">
            <a:spAutoFit/>
          </a:bodyPr>
          <a:lstStyle/>
          <a:p>
            <a:pPr algn="r"/>
            <a:r>
              <a:rPr lang="en-US" sz="1100" dirty="0">
                <a:latin typeface="Open Sans" panose="020B0606030504020204" pitchFamily="34" charset="0"/>
                <a:ea typeface="Open Sans" panose="020B0606030504020204" pitchFamily="34" charset="0"/>
                <a:cs typeface="Open Sans" panose="020B0606030504020204" pitchFamily="34" charset="0"/>
              </a:rPr>
              <a:t>SoftServe Confidential</a:t>
            </a:r>
          </a:p>
        </p:txBody>
      </p:sp>
    </p:spTree>
    <p:extLst>
      <p:ext uri="{BB962C8B-B14F-4D97-AF65-F5344CB8AC3E}">
        <p14:creationId xmlns:p14="http://schemas.microsoft.com/office/powerpoint/2010/main" val="225463762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EXT-TWO-COLUMNS-DARK">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685800" y="685801"/>
            <a:ext cx="10820400" cy="685800"/>
          </a:xfrm>
          <a:prstGeom prst="rect">
            <a:avLst/>
          </a:prstGeom>
        </p:spPr>
        <p:txBody>
          <a:bodyPr lIns="0"/>
          <a:lstStyle>
            <a:lvl1pPr>
              <a:defRPr baseline="0">
                <a:latin typeface="Proxima Nova Black" panose="02000506030000020004" pitchFamily="50" charset="0"/>
              </a:defRPr>
            </a:lvl1pPr>
          </a:lstStyle>
          <a:p>
            <a:r>
              <a:rPr lang="en-US" dirty="0"/>
              <a:t>TITLE TO BE CAPITALIZED</a:t>
            </a:r>
          </a:p>
        </p:txBody>
      </p:sp>
      <p:sp>
        <p:nvSpPr>
          <p:cNvPr id="7" name="Text Placeholder 6"/>
          <p:cNvSpPr>
            <a:spLocks noGrp="1"/>
          </p:cNvSpPr>
          <p:nvPr>
            <p:ph type="body" sz="quarter" idx="10" hasCustomPrompt="1"/>
          </p:nvPr>
        </p:nvSpPr>
        <p:spPr>
          <a:xfrm>
            <a:off x="685800" y="2057400"/>
            <a:ext cx="5174998" cy="3429000"/>
          </a:xfrm>
          <a:prstGeom prst="rect">
            <a:avLst/>
          </a:prstGeom>
        </p:spPr>
        <p:txBody>
          <a:bodyPr lIns="0"/>
          <a:lstStyle>
            <a:lvl1pPr marL="0" indent="0">
              <a:lnSpc>
                <a:spcPct val="100000"/>
              </a:lnSpc>
              <a:buNone/>
              <a:defRPr sz="2000">
                <a:latin typeface="Open Sans" panose="020B0606030504020204" pitchFamily="34" charset="0"/>
                <a:ea typeface="Open Sans" panose="020B0606030504020204" pitchFamily="34" charset="0"/>
                <a:cs typeface="Open Sans" panose="020B0606030504020204" pitchFamily="34" charset="0"/>
              </a:defRPr>
            </a:lvl1pPr>
            <a:lvl2pPr marL="457200" indent="0">
              <a:buNone/>
              <a:defRPr sz="1800">
                <a:latin typeface="Open Sans" panose="020B0606030504020204" pitchFamily="34" charset="0"/>
                <a:ea typeface="Open Sans" panose="020B0606030504020204" pitchFamily="34" charset="0"/>
                <a:cs typeface="Open Sans" panose="020B0606030504020204" pitchFamily="34" charset="0"/>
              </a:defRPr>
            </a:lvl2pPr>
            <a:lvl3pPr marL="914400" indent="0">
              <a:buNone/>
              <a:defRPr sz="1600">
                <a:latin typeface="Open Sans" panose="020B0606030504020204" pitchFamily="34" charset="0"/>
                <a:ea typeface="Open Sans" panose="020B0606030504020204" pitchFamily="34" charset="0"/>
                <a:cs typeface="Open Sans" panose="020B0606030504020204" pitchFamily="34" charset="0"/>
              </a:defRPr>
            </a:lvl3pPr>
            <a:lvl4pPr marL="1371600" indent="0">
              <a:buNone/>
              <a:defRPr sz="1400">
                <a:latin typeface="Open Sans" panose="020B0606030504020204" pitchFamily="34" charset="0"/>
                <a:ea typeface="Open Sans" panose="020B0606030504020204" pitchFamily="34" charset="0"/>
                <a:cs typeface="Open Sans" panose="020B0606030504020204" pitchFamily="34" charset="0"/>
              </a:defRPr>
            </a:lvl4pPr>
            <a:lvl5pPr marL="1828800" indent="0">
              <a:buNone/>
              <a:defRPr sz="1200">
                <a:latin typeface="Open Sans" panose="020B0606030504020204" pitchFamily="34" charset="0"/>
                <a:ea typeface="Open Sans" panose="020B0606030504020204" pitchFamily="34" charset="0"/>
                <a:cs typeface="Open Sans" panose="020B0606030504020204" pitchFamily="34" charset="0"/>
              </a:defRPr>
            </a:lvl5pPr>
          </a:lstStyle>
          <a:p>
            <a:pPr lvl="0"/>
            <a:r>
              <a:rPr lang="en-US" dirty="0"/>
              <a:t>Click to edit the text </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Text Placeholder 6"/>
          <p:cNvSpPr>
            <a:spLocks noGrp="1"/>
          </p:cNvSpPr>
          <p:nvPr>
            <p:ph type="body" sz="quarter" idx="11" hasCustomPrompt="1"/>
          </p:nvPr>
        </p:nvSpPr>
        <p:spPr>
          <a:xfrm>
            <a:off x="6330696" y="2057400"/>
            <a:ext cx="5175504" cy="3429000"/>
          </a:xfrm>
          <a:prstGeom prst="rect">
            <a:avLst/>
          </a:prstGeom>
        </p:spPr>
        <p:txBody>
          <a:bodyPr lIns="0"/>
          <a:lstStyle>
            <a:lvl1pPr marL="0" indent="0">
              <a:lnSpc>
                <a:spcPct val="100000"/>
              </a:lnSpc>
              <a:buNone/>
              <a:defRPr sz="2000">
                <a:latin typeface="Open Sans" panose="020B0606030504020204" pitchFamily="34" charset="0"/>
                <a:ea typeface="Open Sans" panose="020B0606030504020204" pitchFamily="34" charset="0"/>
                <a:cs typeface="Open Sans" panose="020B0606030504020204" pitchFamily="34" charset="0"/>
              </a:defRPr>
            </a:lvl1pPr>
            <a:lvl2pPr marL="457200" indent="0">
              <a:buNone/>
              <a:defRPr sz="1800">
                <a:latin typeface="Open Sans" panose="020B0606030504020204" pitchFamily="34" charset="0"/>
                <a:ea typeface="Open Sans" panose="020B0606030504020204" pitchFamily="34" charset="0"/>
                <a:cs typeface="Open Sans" panose="020B0606030504020204" pitchFamily="34" charset="0"/>
              </a:defRPr>
            </a:lvl2pPr>
            <a:lvl3pPr marL="914400" indent="0">
              <a:buNone/>
              <a:defRPr sz="1600">
                <a:latin typeface="Open Sans" panose="020B0606030504020204" pitchFamily="34" charset="0"/>
                <a:ea typeface="Open Sans" panose="020B0606030504020204" pitchFamily="34" charset="0"/>
                <a:cs typeface="Open Sans" panose="020B0606030504020204" pitchFamily="34" charset="0"/>
              </a:defRPr>
            </a:lvl3pPr>
            <a:lvl4pPr marL="1371600" indent="0">
              <a:buNone/>
              <a:defRPr sz="1400">
                <a:latin typeface="Open Sans" panose="020B0606030504020204" pitchFamily="34" charset="0"/>
                <a:ea typeface="Open Sans" panose="020B0606030504020204" pitchFamily="34" charset="0"/>
                <a:cs typeface="Open Sans" panose="020B0606030504020204" pitchFamily="34" charset="0"/>
              </a:defRPr>
            </a:lvl4pPr>
            <a:lvl5pPr marL="1828800" indent="0">
              <a:buNone/>
              <a:defRPr sz="1200">
                <a:latin typeface="Open Sans" panose="020B0606030504020204" pitchFamily="34" charset="0"/>
                <a:ea typeface="Open Sans" panose="020B0606030504020204" pitchFamily="34" charset="0"/>
                <a:cs typeface="Open Sans" panose="020B0606030504020204" pitchFamily="34" charset="0"/>
              </a:defRPr>
            </a:lvl5pPr>
          </a:lstStyle>
          <a:p>
            <a:pPr lvl="0"/>
            <a:r>
              <a:rPr lang="en-US" dirty="0"/>
              <a:t>Click to edit the text </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TextBox 7"/>
          <p:cNvSpPr txBox="1"/>
          <p:nvPr userDrawn="1"/>
        </p:nvSpPr>
        <p:spPr>
          <a:xfrm>
            <a:off x="9486900" y="236808"/>
            <a:ext cx="2121626" cy="261610"/>
          </a:xfrm>
          <a:prstGeom prst="rect">
            <a:avLst/>
          </a:prstGeom>
          <a:noFill/>
        </p:spPr>
        <p:txBody>
          <a:bodyPr wrap="square" rtlCol="0">
            <a:spAutoFit/>
          </a:bodyPr>
          <a:lstStyle/>
          <a:p>
            <a:pPr algn="r"/>
            <a:r>
              <a:rPr lang="en-US" sz="1100" dirty="0">
                <a:latin typeface="Open Sans" panose="020B0606030504020204" pitchFamily="34" charset="0"/>
                <a:ea typeface="Open Sans" panose="020B0606030504020204" pitchFamily="34" charset="0"/>
                <a:cs typeface="Open Sans" panose="020B0606030504020204" pitchFamily="34" charset="0"/>
              </a:rPr>
              <a:t>SoftServe Confidential</a:t>
            </a:r>
          </a:p>
        </p:txBody>
      </p:sp>
    </p:spTree>
    <p:extLst>
      <p:ext uri="{BB962C8B-B14F-4D97-AF65-F5344CB8AC3E}">
        <p14:creationId xmlns:p14="http://schemas.microsoft.com/office/powerpoint/2010/main" val="197772682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EXT-THREE-COLUMNS-DARK">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685800" y="685801"/>
            <a:ext cx="10820400" cy="685800"/>
          </a:xfrm>
          <a:prstGeom prst="rect">
            <a:avLst/>
          </a:prstGeom>
        </p:spPr>
        <p:txBody>
          <a:bodyPr lIns="0"/>
          <a:lstStyle>
            <a:lvl1pPr>
              <a:defRPr baseline="0">
                <a:latin typeface="Proxima Nova Black" panose="02000506030000020004" pitchFamily="50" charset="0"/>
              </a:defRPr>
            </a:lvl1pPr>
          </a:lstStyle>
          <a:p>
            <a:r>
              <a:rPr lang="en-US" dirty="0"/>
              <a:t>TITLE TO BE CAPITALIZED</a:t>
            </a:r>
          </a:p>
        </p:txBody>
      </p:sp>
      <p:sp>
        <p:nvSpPr>
          <p:cNvPr id="7" name="Text Placeholder 6"/>
          <p:cNvSpPr>
            <a:spLocks noGrp="1"/>
          </p:cNvSpPr>
          <p:nvPr>
            <p:ph type="body" sz="quarter" idx="10" hasCustomPrompt="1"/>
          </p:nvPr>
        </p:nvSpPr>
        <p:spPr>
          <a:xfrm>
            <a:off x="685800" y="2057400"/>
            <a:ext cx="3467100" cy="3429000"/>
          </a:xfrm>
          <a:prstGeom prst="rect">
            <a:avLst/>
          </a:prstGeom>
        </p:spPr>
        <p:txBody>
          <a:bodyPr lIns="0"/>
          <a:lstStyle>
            <a:lvl1pPr marL="0" indent="0">
              <a:lnSpc>
                <a:spcPct val="100000"/>
              </a:lnSpc>
              <a:buNone/>
              <a:defRPr sz="2000">
                <a:latin typeface="Open Sans" panose="020B0606030504020204" pitchFamily="34" charset="0"/>
                <a:ea typeface="Open Sans" panose="020B0606030504020204" pitchFamily="34" charset="0"/>
                <a:cs typeface="Open Sans" panose="020B0606030504020204" pitchFamily="34" charset="0"/>
              </a:defRPr>
            </a:lvl1pPr>
            <a:lvl2pPr marL="457200" indent="0">
              <a:buNone/>
              <a:defRPr sz="1800">
                <a:latin typeface="Open Sans" panose="020B0606030504020204" pitchFamily="34" charset="0"/>
                <a:ea typeface="Open Sans" panose="020B0606030504020204" pitchFamily="34" charset="0"/>
                <a:cs typeface="Open Sans" panose="020B0606030504020204" pitchFamily="34" charset="0"/>
              </a:defRPr>
            </a:lvl2pPr>
            <a:lvl3pPr marL="914400" indent="0">
              <a:buNone/>
              <a:defRPr sz="1600">
                <a:latin typeface="Open Sans" panose="020B0606030504020204" pitchFamily="34" charset="0"/>
                <a:ea typeface="Open Sans" panose="020B0606030504020204" pitchFamily="34" charset="0"/>
                <a:cs typeface="Open Sans" panose="020B0606030504020204" pitchFamily="34" charset="0"/>
              </a:defRPr>
            </a:lvl3pPr>
            <a:lvl4pPr marL="1371600" indent="0">
              <a:buNone/>
              <a:defRPr sz="1400">
                <a:latin typeface="Open Sans" panose="020B0606030504020204" pitchFamily="34" charset="0"/>
                <a:ea typeface="Open Sans" panose="020B0606030504020204" pitchFamily="34" charset="0"/>
                <a:cs typeface="Open Sans" panose="020B0606030504020204" pitchFamily="34" charset="0"/>
              </a:defRPr>
            </a:lvl4pPr>
            <a:lvl5pPr marL="1828800" indent="0">
              <a:buNone/>
              <a:defRPr sz="1200">
                <a:latin typeface="Open Sans" panose="020B0606030504020204" pitchFamily="34" charset="0"/>
                <a:ea typeface="Open Sans" panose="020B0606030504020204" pitchFamily="34" charset="0"/>
                <a:cs typeface="Open Sans" panose="020B0606030504020204" pitchFamily="34" charset="0"/>
              </a:defRPr>
            </a:lvl5pPr>
          </a:lstStyle>
          <a:p>
            <a:pPr lvl="0"/>
            <a:r>
              <a:rPr lang="en-US" dirty="0"/>
              <a:t>Click to edit the text </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Text Placeholder 6"/>
          <p:cNvSpPr>
            <a:spLocks noGrp="1"/>
          </p:cNvSpPr>
          <p:nvPr>
            <p:ph type="body" sz="quarter" idx="11" hasCustomPrompt="1"/>
          </p:nvPr>
        </p:nvSpPr>
        <p:spPr>
          <a:xfrm>
            <a:off x="4363212" y="2057400"/>
            <a:ext cx="3465576" cy="3429000"/>
          </a:xfrm>
          <a:prstGeom prst="rect">
            <a:avLst/>
          </a:prstGeom>
        </p:spPr>
        <p:txBody>
          <a:bodyPr lIns="0"/>
          <a:lstStyle>
            <a:lvl1pPr marL="0" indent="0">
              <a:lnSpc>
                <a:spcPct val="100000"/>
              </a:lnSpc>
              <a:buNone/>
              <a:defRPr sz="2000">
                <a:latin typeface="Open Sans" panose="020B0606030504020204" pitchFamily="34" charset="0"/>
                <a:ea typeface="Open Sans" panose="020B0606030504020204" pitchFamily="34" charset="0"/>
                <a:cs typeface="Open Sans" panose="020B0606030504020204" pitchFamily="34" charset="0"/>
              </a:defRPr>
            </a:lvl1pPr>
            <a:lvl2pPr marL="457200" indent="0">
              <a:buNone/>
              <a:defRPr sz="1800">
                <a:latin typeface="Open Sans" panose="020B0606030504020204" pitchFamily="34" charset="0"/>
                <a:ea typeface="Open Sans" panose="020B0606030504020204" pitchFamily="34" charset="0"/>
                <a:cs typeface="Open Sans" panose="020B0606030504020204" pitchFamily="34" charset="0"/>
              </a:defRPr>
            </a:lvl2pPr>
            <a:lvl3pPr marL="914400" indent="0">
              <a:buNone/>
              <a:defRPr sz="1600">
                <a:latin typeface="Open Sans" panose="020B0606030504020204" pitchFamily="34" charset="0"/>
                <a:ea typeface="Open Sans" panose="020B0606030504020204" pitchFamily="34" charset="0"/>
                <a:cs typeface="Open Sans" panose="020B0606030504020204" pitchFamily="34" charset="0"/>
              </a:defRPr>
            </a:lvl3pPr>
            <a:lvl4pPr marL="1371600" indent="0">
              <a:buNone/>
              <a:defRPr sz="1400">
                <a:latin typeface="Open Sans" panose="020B0606030504020204" pitchFamily="34" charset="0"/>
                <a:ea typeface="Open Sans" panose="020B0606030504020204" pitchFamily="34" charset="0"/>
                <a:cs typeface="Open Sans" panose="020B0606030504020204" pitchFamily="34" charset="0"/>
              </a:defRPr>
            </a:lvl4pPr>
            <a:lvl5pPr marL="1828800" indent="0">
              <a:buNone/>
              <a:defRPr sz="1200">
                <a:latin typeface="Open Sans" panose="020B0606030504020204" pitchFamily="34" charset="0"/>
                <a:ea typeface="Open Sans" panose="020B0606030504020204" pitchFamily="34" charset="0"/>
                <a:cs typeface="Open Sans" panose="020B0606030504020204" pitchFamily="34" charset="0"/>
              </a:defRPr>
            </a:lvl5pPr>
          </a:lstStyle>
          <a:p>
            <a:pPr lvl="0"/>
            <a:r>
              <a:rPr lang="en-US" dirty="0"/>
              <a:t>Click to edit the text </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6"/>
          <p:cNvSpPr>
            <a:spLocks noGrp="1"/>
          </p:cNvSpPr>
          <p:nvPr>
            <p:ph type="body" sz="quarter" idx="12" hasCustomPrompt="1"/>
          </p:nvPr>
        </p:nvSpPr>
        <p:spPr>
          <a:xfrm>
            <a:off x="8039100" y="2057400"/>
            <a:ext cx="3467100" cy="3429000"/>
          </a:xfrm>
          <a:prstGeom prst="rect">
            <a:avLst/>
          </a:prstGeom>
        </p:spPr>
        <p:txBody>
          <a:bodyPr lIns="0"/>
          <a:lstStyle>
            <a:lvl1pPr marL="0" indent="0">
              <a:lnSpc>
                <a:spcPct val="100000"/>
              </a:lnSpc>
              <a:buNone/>
              <a:defRPr sz="2000">
                <a:latin typeface="Open Sans" panose="020B0606030504020204" pitchFamily="34" charset="0"/>
                <a:ea typeface="Open Sans" panose="020B0606030504020204" pitchFamily="34" charset="0"/>
                <a:cs typeface="Open Sans" panose="020B0606030504020204" pitchFamily="34" charset="0"/>
              </a:defRPr>
            </a:lvl1pPr>
            <a:lvl2pPr marL="457200" indent="0">
              <a:buNone/>
              <a:defRPr sz="1800">
                <a:latin typeface="Open Sans" panose="020B0606030504020204" pitchFamily="34" charset="0"/>
                <a:ea typeface="Open Sans" panose="020B0606030504020204" pitchFamily="34" charset="0"/>
                <a:cs typeface="Open Sans" panose="020B0606030504020204" pitchFamily="34" charset="0"/>
              </a:defRPr>
            </a:lvl2pPr>
            <a:lvl3pPr marL="914400" indent="0">
              <a:buNone/>
              <a:defRPr sz="1600">
                <a:latin typeface="Open Sans" panose="020B0606030504020204" pitchFamily="34" charset="0"/>
                <a:ea typeface="Open Sans" panose="020B0606030504020204" pitchFamily="34" charset="0"/>
                <a:cs typeface="Open Sans" panose="020B0606030504020204" pitchFamily="34" charset="0"/>
              </a:defRPr>
            </a:lvl3pPr>
            <a:lvl4pPr marL="1371600" indent="0">
              <a:buNone/>
              <a:defRPr sz="1400">
                <a:latin typeface="Open Sans" panose="020B0606030504020204" pitchFamily="34" charset="0"/>
                <a:ea typeface="Open Sans" panose="020B0606030504020204" pitchFamily="34" charset="0"/>
                <a:cs typeface="Open Sans" panose="020B0606030504020204" pitchFamily="34" charset="0"/>
              </a:defRPr>
            </a:lvl4pPr>
            <a:lvl5pPr marL="1828800" indent="0">
              <a:buNone/>
              <a:defRPr sz="1200">
                <a:latin typeface="Open Sans" panose="020B0606030504020204" pitchFamily="34" charset="0"/>
                <a:ea typeface="Open Sans" panose="020B0606030504020204" pitchFamily="34" charset="0"/>
                <a:cs typeface="Open Sans" panose="020B0606030504020204" pitchFamily="34" charset="0"/>
              </a:defRPr>
            </a:lvl5pPr>
          </a:lstStyle>
          <a:p>
            <a:pPr lvl="0"/>
            <a:r>
              <a:rPr lang="en-US" dirty="0"/>
              <a:t>Click to edit the text </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TextBox 7"/>
          <p:cNvSpPr txBox="1"/>
          <p:nvPr userDrawn="1"/>
        </p:nvSpPr>
        <p:spPr>
          <a:xfrm>
            <a:off x="9486900" y="236808"/>
            <a:ext cx="2121626" cy="261610"/>
          </a:xfrm>
          <a:prstGeom prst="rect">
            <a:avLst/>
          </a:prstGeom>
          <a:noFill/>
        </p:spPr>
        <p:txBody>
          <a:bodyPr wrap="square" rtlCol="0">
            <a:spAutoFit/>
          </a:bodyPr>
          <a:lstStyle/>
          <a:p>
            <a:pPr algn="r"/>
            <a:r>
              <a:rPr lang="en-US" sz="1100" dirty="0">
                <a:latin typeface="Open Sans" panose="020B0606030504020204" pitchFamily="34" charset="0"/>
                <a:ea typeface="Open Sans" panose="020B0606030504020204" pitchFamily="34" charset="0"/>
                <a:cs typeface="Open Sans" panose="020B0606030504020204" pitchFamily="34" charset="0"/>
              </a:rPr>
              <a:t>SoftServe Confidential</a:t>
            </a:r>
          </a:p>
        </p:txBody>
      </p:sp>
    </p:spTree>
    <p:extLst>
      <p:ext uri="{BB962C8B-B14F-4D97-AF65-F5344CB8AC3E}">
        <p14:creationId xmlns:p14="http://schemas.microsoft.com/office/powerpoint/2010/main" val="266044337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DESCRIPTION-SIDETEXT-DARK">
    <p:spTree>
      <p:nvGrpSpPr>
        <p:cNvPr id="1" name=""/>
        <p:cNvGrpSpPr/>
        <p:nvPr/>
      </p:nvGrpSpPr>
      <p:grpSpPr>
        <a:xfrm>
          <a:off x="0" y="0"/>
          <a:ext cx="0" cy="0"/>
          <a:chOff x="0" y="0"/>
          <a:chExt cx="0" cy="0"/>
        </a:xfrm>
      </p:grpSpPr>
      <p:sp>
        <p:nvSpPr>
          <p:cNvPr id="5" name="Text Placeholder 6"/>
          <p:cNvSpPr>
            <a:spLocks noGrp="1"/>
          </p:cNvSpPr>
          <p:nvPr>
            <p:ph type="body" sz="quarter" idx="12" hasCustomPrompt="1"/>
          </p:nvPr>
        </p:nvSpPr>
        <p:spPr>
          <a:xfrm>
            <a:off x="4381500" y="1382486"/>
            <a:ext cx="7124700" cy="4103914"/>
          </a:xfrm>
          <a:prstGeom prst="rect">
            <a:avLst/>
          </a:prstGeom>
        </p:spPr>
        <p:txBody>
          <a:bodyPr lIns="0"/>
          <a:lstStyle>
            <a:lvl1pPr marL="0" indent="0">
              <a:lnSpc>
                <a:spcPct val="100000"/>
              </a:lnSpc>
              <a:buNone/>
              <a:defRPr sz="2000">
                <a:latin typeface="Open Sans" panose="020B0606030504020204" pitchFamily="34" charset="0"/>
                <a:ea typeface="Open Sans" panose="020B0606030504020204" pitchFamily="34" charset="0"/>
                <a:cs typeface="Open Sans" panose="020B0606030504020204" pitchFamily="34" charset="0"/>
              </a:defRPr>
            </a:lvl1pPr>
            <a:lvl2pPr marL="457200" indent="0">
              <a:buNone/>
              <a:defRPr sz="1800">
                <a:latin typeface="Open Sans" panose="020B0606030504020204" pitchFamily="34" charset="0"/>
                <a:ea typeface="Open Sans" panose="020B0606030504020204" pitchFamily="34" charset="0"/>
                <a:cs typeface="Open Sans" panose="020B0606030504020204" pitchFamily="34" charset="0"/>
              </a:defRPr>
            </a:lvl2pPr>
            <a:lvl3pPr marL="914400" indent="0">
              <a:buNone/>
              <a:defRPr sz="1600">
                <a:latin typeface="Open Sans" panose="020B0606030504020204" pitchFamily="34" charset="0"/>
                <a:ea typeface="Open Sans" panose="020B0606030504020204" pitchFamily="34" charset="0"/>
                <a:cs typeface="Open Sans" panose="020B0606030504020204" pitchFamily="34" charset="0"/>
              </a:defRPr>
            </a:lvl3pPr>
            <a:lvl4pPr marL="1371600" indent="0">
              <a:buNone/>
              <a:defRPr sz="1400">
                <a:latin typeface="Open Sans" panose="020B0606030504020204" pitchFamily="34" charset="0"/>
                <a:ea typeface="Open Sans" panose="020B0606030504020204" pitchFamily="34" charset="0"/>
                <a:cs typeface="Open Sans" panose="020B0606030504020204" pitchFamily="34" charset="0"/>
              </a:defRPr>
            </a:lvl4pPr>
            <a:lvl5pPr marL="1828800" indent="0">
              <a:buNone/>
              <a:defRPr sz="1200">
                <a:latin typeface="Open Sans" panose="020B0606030504020204" pitchFamily="34" charset="0"/>
                <a:ea typeface="Open Sans" panose="020B0606030504020204" pitchFamily="34" charset="0"/>
                <a:cs typeface="Open Sans" panose="020B0606030504020204" pitchFamily="34" charset="0"/>
              </a:defRPr>
            </a:lvl5pPr>
          </a:lstStyle>
          <a:p>
            <a:pPr lvl="0"/>
            <a:r>
              <a:rPr lang="en-US" dirty="0"/>
              <a:t>Click to edit the text </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Title 2"/>
          <p:cNvSpPr>
            <a:spLocks noGrp="1"/>
          </p:cNvSpPr>
          <p:nvPr>
            <p:ph type="title" hasCustomPrompt="1"/>
          </p:nvPr>
        </p:nvSpPr>
        <p:spPr>
          <a:xfrm>
            <a:off x="685800" y="1382486"/>
            <a:ext cx="3467100" cy="1913709"/>
          </a:xfrm>
          <a:prstGeom prst="rect">
            <a:avLst/>
          </a:prstGeom>
        </p:spPr>
        <p:txBody>
          <a:bodyPr lIns="0"/>
          <a:lstStyle>
            <a:lvl1pPr>
              <a:lnSpc>
                <a:spcPct val="80000"/>
              </a:lnSpc>
              <a:defRPr baseline="0">
                <a:latin typeface="Proxima Nova Black" panose="02000506030000020004" pitchFamily="50" charset="0"/>
              </a:defRPr>
            </a:lvl1pPr>
          </a:lstStyle>
          <a:p>
            <a:r>
              <a:rPr lang="en-US" dirty="0"/>
              <a:t>TITLE TO</a:t>
            </a:r>
            <a:br>
              <a:rPr lang="uk-UA" dirty="0"/>
            </a:br>
            <a:r>
              <a:rPr lang="en-US" dirty="0"/>
              <a:t>BE CAPITA</a:t>
            </a:r>
            <a:br>
              <a:rPr lang="uk-UA" dirty="0"/>
            </a:br>
            <a:r>
              <a:rPr lang="en-US" dirty="0"/>
              <a:t>LIZED</a:t>
            </a:r>
          </a:p>
        </p:txBody>
      </p:sp>
      <p:sp>
        <p:nvSpPr>
          <p:cNvPr id="8" name="Text Placeholder 6"/>
          <p:cNvSpPr>
            <a:spLocks noGrp="1"/>
          </p:cNvSpPr>
          <p:nvPr>
            <p:ph type="body" sz="quarter" idx="13" hasCustomPrompt="1"/>
          </p:nvPr>
        </p:nvSpPr>
        <p:spPr>
          <a:xfrm>
            <a:off x="685800" y="3429001"/>
            <a:ext cx="3467100" cy="2057400"/>
          </a:xfrm>
          <a:prstGeom prst="rect">
            <a:avLst/>
          </a:prstGeom>
        </p:spPr>
        <p:txBody>
          <a:bodyPr lIns="0"/>
          <a:lstStyle>
            <a:lvl1pPr marL="0" indent="0">
              <a:lnSpc>
                <a:spcPct val="100000"/>
              </a:lnSpc>
              <a:buNone/>
              <a:defRPr sz="1600">
                <a:latin typeface="Proxima Nova Black" panose="02000506030000020004" pitchFamily="50" charset="0"/>
                <a:ea typeface="Open Sans" panose="020B0606030504020204" pitchFamily="34" charset="0"/>
                <a:cs typeface="Open Sans" panose="020B0606030504020204" pitchFamily="34" charset="0"/>
              </a:defRPr>
            </a:lvl1pPr>
            <a:lvl2pPr marL="457200" indent="0">
              <a:buNone/>
              <a:defRPr sz="1800">
                <a:latin typeface="Open Sans" panose="020B0606030504020204" pitchFamily="34" charset="0"/>
                <a:ea typeface="Open Sans" panose="020B0606030504020204" pitchFamily="34" charset="0"/>
                <a:cs typeface="Open Sans" panose="020B0606030504020204" pitchFamily="34" charset="0"/>
              </a:defRPr>
            </a:lvl2pPr>
            <a:lvl3pPr marL="914400" indent="0">
              <a:buNone/>
              <a:defRPr sz="1600">
                <a:latin typeface="Open Sans" panose="020B0606030504020204" pitchFamily="34" charset="0"/>
                <a:ea typeface="Open Sans" panose="020B0606030504020204" pitchFamily="34" charset="0"/>
                <a:cs typeface="Open Sans" panose="020B0606030504020204" pitchFamily="34" charset="0"/>
              </a:defRPr>
            </a:lvl3pPr>
            <a:lvl4pPr marL="1371600" indent="0">
              <a:buNone/>
              <a:defRPr sz="1400">
                <a:latin typeface="Open Sans" panose="020B0606030504020204" pitchFamily="34" charset="0"/>
                <a:ea typeface="Open Sans" panose="020B0606030504020204" pitchFamily="34" charset="0"/>
                <a:cs typeface="Open Sans" panose="020B0606030504020204" pitchFamily="34" charset="0"/>
              </a:defRPr>
            </a:lvl4pPr>
            <a:lvl5pPr marL="1828800" indent="0">
              <a:buNone/>
              <a:defRPr sz="1200">
                <a:latin typeface="Open Sans" panose="020B0606030504020204" pitchFamily="34" charset="0"/>
                <a:ea typeface="Open Sans" panose="020B0606030504020204" pitchFamily="34" charset="0"/>
                <a:cs typeface="Open Sans" panose="020B0606030504020204" pitchFamily="34" charset="0"/>
              </a:defRPr>
            </a:lvl5pPr>
          </a:lstStyle>
          <a:p>
            <a:pPr lvl="0"/>
            <a:r>
              <a:rPr lang="en-US" dirty="0"/>
              <a:t>Click to edit the text </a:t>
            </a:r>
          </a:p>
        </p:txBody>
      </p:sp>
      <p:sp>
        <p:nvSpPr>
          <p:cNvPr id="9" name="TextBox 8"/>
          <p:cNvSpPr txBox="1"/>
          <p:nvPr userDrawn="1"/>
        </p:nvSpPr>
        <p:spPr>
          <a:xfrm>
            <a:off x="9486900" y="236808"/>
            <a:ext cx="2121626" cy="261610"/>
          </a:xfrm>
          <a:prstGeom prst="rect">
            <a:avLst/>
          </a:prstGeom>
          <a:noFill/>
        </p:spPr>
        <p:txBody>
          <a:bodyPr wrap="square" rtlCol="0">
            <a:spAutoFit/>
          </a:bodyPr>
          <a:lstStyle/>
          <a:p>
            <a:pPr algn="r"/>
            <a:r>
              <a:rPr lang="en-US" sz="1100" dirty="0">
                <a:latin typeface="Open Sans" panose="020B0606030504020204" pitchFamily="34" charset="0"/>
                <a:ea typeface="Open Sans" panose="020B0606030504020204" pitchFamily="34" charset="0"/>
                <a:cs typeface="Open Sans" panose="020B0606030504020204" pitchFamily="34" charset="0"/>
              </a:rPr>
              <a:t>SoftServe Confidential</a:t>
            </a:r>
          </a:p>
        </p:txBody>
      </p:sp>
    </p:spTree>
    <p:extLst>
      <p:ext uri="{BB962C8B-B14F-4D97-AF65-F5344CB8AC3E}">
        <p14:creationId xmlns:p14="http://schemas.microsoft.com/office/powerpoint/2010/main" val="260788184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SIDETEXT-PROCESS-DARK">
    <p:spTree>
      <p:nvGrpSpPr>
        <p:cNvPr id="1" name=""/>
        <p:cNvGrpSpPr/>
        <p:nvPr/>
      </p:nvGrpSpPr>
      <p:grpSpPr>
        <a:xfrm>
          <a:off x="0" y="0"/>
          <a:ext cx="0" cy="0"/>
          <a:chOff x="0" y="0"/>
          <a:chExt cx="0" cy="0"/>
        </a:xfrm>
      </p:grpSpPr>
      <p:sp>
        <p:nvSpPr>
          <p:cNvPr id="5" name="Text Placeholder 6"/>
          <p:cNvSpPr>
            <a:spLocks noGrp="1"/>
          </p:cNvSpPr>
          <p:nvPr>
            <p:ph type="body" sz="quarter" idx="12" hasCustomPrompt="1"/>
          </p:nvPr>
        </p:nvSpPr>
        <p:spPr>
          <a:xfrm>
            <a:off x="4381500" y="1377043"/>
            <a:ext cx="7124700" cy="2051957"/>
          </a:xfrm>
          <a:prstGeom prst="rect">
            <a:avLst/>
          </a:prstGeom>
        </p:spPr>
        <p:txBody>
          <a:bodyPr lIns="0"/>
          <a:lstStyle>
            <a:lvl1pPr marL="0" indent="0">
              <a:lnSpc>
                <a:spcPct val="100000"/>
              </a:lnSpc>
              <a:buNone/>
              <a:defRPr sz="2000">
                <a:latin typeface="Open Sans" panose="020B0606030504020204" pitchFamily="34" charset="0"/>
                <a:ea typeface="Open Sans" panose="020B0606030504020204" pitchFamily="34" charset="0"/>
                <a:cs typeface="Open Sans" panose="020B0606030504020204" pitchFamily="34" charset="0"/>
              </a:defRPr>
            </a:lvl1pPr>
            <a:lvl2pPr marL="457200" indent="0">
              <a:buNone/>
              <a:defRPr sz="1800">
                <a:latin typeface="Open Sans" panose="020B0606030504020204" pitchFamily="34" charset="0"/>
                <a:ea typeface="Open Sans" panose="020B0606030504020204" pitchFamily="34" charset="0"/>
                <a:cs typeface="Open Sans" panose="020B0606030504020204" pitchFamily="34" charset="0"/>
              </a:defRPr>
            </a:lvl2pPr>
            <a:lvl3pPr marL="914400" indent="0">
              <a:buNone/>
              <a:defRPr sz="1600">
                <a:latin typeface="Open Sans" panose="020B0606030504020204" pitchFamily="34" charset="0"/>
                <a:ea typeface="Open Sans" panose="020B0606030504020204" pitchFamily="34" charset="0"/>
                <a:cs typeface="Open Sans" panose="020B0606030504020204" pitchFamily="34" charset="0"/>
              </a:defRPr>
            </a:lvl3pPr>
            <a:lvl4pPr marL="1371600" indent="0">
              <a:buNone/>
              <a:defRPr sz="1400">
                <a:latin typeface="Open Sans" panose="020B0606030504020204" pitchFamily="34" charset="0"/>
                <a:ea typeface="Open Sans" panose="020B0606030504020204" pitchFamily="34" charset="0"/>
                <a:cs typeface="Open Sans" panose="020B0606030504020204" pitchFamily="34" charset="0"/>
              </a:defRPr>
            </a:lvl4pPr>
            <a:lvl5pPr marL="1828800" indent="0">
              <a:buNone/>
              <a:defRPr sz="1200">
                <a:latin typeface="Open Sans" panose="020B0606030504020204" pitchFamily="34" charset="0"/>
                <a:ea typeface="Open Sans" panose="020B0606030504020204" pitchFamily="34" charset="0"/>
                <a:cs typeface="Open Sans" panose="020B0606030504020204" pitchFamily="34" charset="0"/>
              </a:defRPr>
            </a:lvl5pPr>
          </a:lstStyle>
          <a:p>
            <a:pPr lvl="0"/>
            <a:r>
              <a:rPr lang="en-US" dirty="0"/>
              <a:t>Click to edit the text </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Title 2"/>
          <p:cNvSpPr>
            <a:spLocks noGrp="1"/>
          </p:cNvSpPr>
          <p:nvPr>
            <p:ph type="title" hasCustomPrompt="1"/>
          </p:nvPr>
        </p:nvSpPr>
        <p:spPr>
          <a:xfrm>
            <a:off x="685800" y="1377043"/>
            <a:ext cx="3467100" cy="2051957"/>
          </a:xfrm>
          <a:prstGeom prst="rect">
            <a:avLst/>
          </a:prstGeom>
        </p:spPr>
        <p:txBody>
          <a:bodyPr lIns="0"/>
          <a:lstStyle>
            <a:lvl1pPr>
              <a:lnSpc>
                <a:spcPct val="80000"/>
              </a:lnSpc>
              <a:defRPr baseline="0">
                <a:latin typeface="Proxima Nova Black" panose="02000506030000020004" pitchFamily="50" charset="0"/>
              </a:defRPr>
            </a:lvl1pPr>
          </a:lstStyle>
          <a:p>
            <a:r>
              <a:rPr lang="en-US" dirty="0"/>
              <a:t>TITLE TO</a:t>
            </a:r>
            <a:br>
              <a:rPr lang="uk-UA" dirty="0"/>
            </a:br>
            <a:r>
              <a:rPr lang="en-US" dirty="0"/>
              <a:t>BE CAPITA</a:t>
            </a:r>
            <a:br>
              <a:rPr lang="uk-UA" dirty="0"/>
            </a:br>
            <a:r>
              <a:rPr lang="en-US" dirty="0"/>
              <a:t>LIZED</a:t>
            </a:r>
          </a:p>
        </p:txBody>
      </p:sp>
      <p:sp>
        <p:nvSpPr>
          <p:cNvPr id="4" name="Oval 3"/>
          <p:cNvSpPr/>
          <p:nvPr userDrawn="1"/>
        </p:nvSpPr>
        <p:spPr>
          <a:xfrm>
            <a:off x="917664" y="3638007"/>
            <a:ext cx="1598024" cy="1598024"/>
          </a:xfrm>
          <a:prstGeom prst="ellipse">
            <a:avLst/>
          </a:prstGeom>
          <a:noFill/>
          <a:ln w="28575">
            <a:solidFill>
              <a:schemeClr val="bg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Oval 11"/>
          <p:cNvSpPr/>
          <p:nvPr userDrawn="1"/>
        </p:nvSpPr>
        <p:spPr>
          <a:xfrm>
            <a:off x="3113586" y="3638007"/>
            <a:ext cx="1598024" cy="1598024"/>
          </a:xfrm>
          <a:prstGeom prst="ellipse">
            <a:avLst/>
          </a:prstGeom>
          <a:noFill/>
          <a:ln w="28575">
            <a:solidFill>
              <a:schemeClr val="bg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Oval 12"/>
          <p:cNvSpPr/>
          <p:nvPr userDrawn="1"/>
        </p:nvSpPr>
        <p:spPr>
          <a:xfrm>
            <a:off x="5309508" y="3638007"/>
            <a:ext cx="1598024" cy="1598024"/>
          </a:xfrm>
          <a:prstGeom prst="ellipse">
            <a:avLst/>
          </a:prstGeom>
          <a:noFill/>
          <a:ln w="28575">
            <a:solidFill>
              <a:schemeClr val="bg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Oval 13"/>
          <p:cNvSpPr/>
          <p:nvPr userDrawn="1"/>
        </p:nvSpPr>
        <p:spPr>
          <a:xfrm>
            <a:off x="7505429" y="3638007"/>
            <a:ext cx="1598024" cy="1598024"/>
          </a:xfrm>
          <a:prstGeom prst="ellipse">
            <a:avLst/>
          </a:prstGeom>
          <a:noFill/>
          <a:ln w="28575">
            <a:solidFill>
              <a:schemeClr val="bg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Oval 14"/>
          <p:cNvSpPr/>
          <p:nvPr userDrawn="1"/>
        </p:nvSpPr>
        <p:spPr>
          <a:xfrm>
            <a:off x="9701348" y="3638007"/>
            <a:ext cx="1598024" cy="1598024"/>
          </a:xfrm>
          <a:prstGeom prst="ellipse">
            <a:avLst/>
          </a:prstGeom>
          <a:noFill/>
          <a:ln w="28575">
            <a:solidFill>
              <a:schemeClr val="bg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6" name="Straight Arrow Connector 15"/>
          <p:cNvCxnSpPr/>
          <p:nvPr userDrawn="1"/>
        </p:nvCxnSpPr>
        <p:spPr>
          <a:xfrm>
            <a:off x="2700337" y="4437019"/>
            <a:ext cx="228600" cy="0"/>
          </a:xfrm>
          <a:prstGeom prst="straightConnector1">
            <a:avLst/>
          </a:prstGeom>
          <a:ln w="19050">
            <a:solidFill>
              <a:schemeClr val="bg1">
                <a:lumMod val="65000"/>
                <a:lumOff val="35000"/>
              </a:schemeClr>
            </a:solidFill>
            <a:tailEnd type="arrow" w="lg" len="med"/>
          </a:ln>
        </p:spPr>
        <p:style>
          <a:lnRef idx="1">
            <a:schemeClr val="accent1"/>
          </a:lnRef>
          <a:fillRef idx="0">
            <a:schemeClr val="accent1"/>
          </a:fillRef>
          <a:effectRef idx="0">
            <a:schemeClr val="accent1"/>
          </a:effectRef>
          <a:fontRef idx="minor">
            <a:schemeClr val="tx1"/>
          </a:fontRef>
        </p:style>
      </p:cxnSp>
      <p:cxnSp>
        <p:nvCxnSpPr>
          <p:cNvPr id="17" name="Straight Arrow Connector 16"/>
          <p:cNvCxnSpPr/>
          <p:nvPr userDrawn="1"/>
        </p:nvCxnSpPr>
        <p:spPr>
          <a:xfrm>
            <a:off x="4896259" y="4437019"/>
            <a:ext cx="228600" cy="0"/>
          </a:xfrm>
          <a:prstGeom prst="straightConnector1">
            <a:avLst/>
          </a:prstGeom>
          <a:ln w="19050">
            <a:solidFill>
              <a:schemeClr val="bg1">
                <a:lumMod val="65000"/>
                <a:lumOff val="35000"/>
              </a:schemeClr>
            </a:solidFill>
            <a:tailEnd type="arrow" w="lg" len="med"/>
          </a:ln>
        </p:spPr>
        <p:style>
          <a:lnRef idx="1">
            <a:schemeClr val="accent1"/>
          </a:lnRef>
          <a:fillRef idx="0">
            <a:schemeClr val="accent1"/>
          </a:fillRef>
          <a:effectRef idx="0">
            <a:schemeClr val="accent1"/>
          </a:effectRef>
          <a:fontRef idx="minor">
            <a:schemeClr val="tx1"/>
          </a:fontRef>
        </p:style>
      </p:cxnSp>
      <p:cxnSp>
        <p:nvCxnSpPr>
          <p:cNvPr id="18" name="Straight Arrow Connector 17"/>
          <p:cNvCxnSpPr/>
          <p:nvPr userDrawn="1"/>
        </p:nvCxnSpPr>
        <p:spPr>
          <a:xfrm>
            <a:off x="7092181" y="4437019"/>
            <a:ext cx="228600" cy="0"/>
          </a:xfrm>
          <a:prstGeom prst="straightConnector1">
            <a:avLst/>
          </a:prstGeom>
          <a:ln w="19050">
            <a:solidFill>
              <a:schemeClr val="bg1">
                <a:lumMod val="65000"/>
                <a:lumOff val="35000"/>
              </a:schemeClr>
            </a:solidFill>
            <a:tailEnd type="arrow" w="lg" len="med"/>
          </a:ln>
        </p:spPr>
        <p:style>
          <a:lnRef idx="1">
            <a:schemeClr val="accent1"/>
          </a:lnRef>
          <a:fillRef idx="0">
            <a:schemeClr val="accent1"/>
          </a:fillRef>
          <a:effectRef idx="0">
            <a:schemeClr val="accent1"/>
          </a:effectRef>
          <a:fontRef idx="minor">
            <a:schemeClr val="tx1"/>
          </a:fontRef>
        </p:style>
      </p:cxnSp>
      <p:cxnSp>
        <p:nvCxnSpPr>
          <p:cNvPr id="19" name="Straight Arrow Connector 18"/>
          <p:cNvCxnSpPr/>
          <p:nvPr userDrawn="1"/>
        </p:nvCxnSpPr>
        <p:spPr>
          <a:xfrm>
            <a:off x="9288101" y="4437019"/>
            <a:ext cx="228600" cy="0"/>
          </a:xfrm>
          <a:prstGeom prst="straightConnector1">
            <a:avLst/>
          </a:prstGeom>
          <a:ln w="19050">
            <a:solidFill>
              <a:schemeClr val="bg1">
                <a:lumMod val="65000"/>
                <a:lumOff val="35000"/>
              </a:schemeClr>
            </a:solidFill>
            <a:tailEnd type="arrow" w="lg" len="med"/>
          </a:ln>
        </p:spPr>
        <p:style>
          <a:lnRef idx="1">
            <a:schemeClr val="accent1"/>
          </a:lnRef>
          <a:fillRef idx="0">
            <a:schemeClr val="accent1"/>
          </a:fillRef>
          <a:effectRef idx="0">
            <a:schemeClr val="accent1"/>
          </a:effectRef>
          <a:fontRef idx="minor">
            <a:schemeClr val="tx1"/>
          </a:fontRef>
        </p:style>
      </p:cxnSp>
      <p:sp>
        <p:nvSpPr>
          <p:cNvPr id="20" name="Text Placeholder 6"/>
          <p:cNvSpPr>
            <a:spLocks noGrp="1"/>
          </p:cNvSpPr>
          <p:nvPr>
            <p:ph type="body" sz="quarter" idx="13" hasCustomPrompt="1"/>
          </p:nvPr>
        </p:nvSpPr>
        <p:spPr>
          <a:xfrm>
            <a:off x="1045028" y="4040777"/>
            <a:ext cx="1349829" cy="809897"/>
          </a:xfrm>
          <a:prstGeom prst="rect">
            <a:avLst/>
          </a:prstGeom>
        </p:spPr>
        <p:txBody>
          <a:bodyPr lIns="0"/>
          <a:lstStyle>
            <a:lvl1pPr marL="0" indent="0" algn="ctr">
              <a:lnSpc>
                <a:spcPct val="100000"/>
              </a:lnSpc>
              <a:buNone/>
              <a:defRPr sz="1600">
                <a:latin typeface="Proxima Nova Black" panose="02000506030000020004" pitchFamily="50" charset="0"/>
                <a:ea typeface="Open Sans" panose="020B0606030504020204" pitchFamily="34" charset="0"/>
                <a:cs typeface="Open Sans" panose="020B0606030504020204" pitchFamily="34" charset="0"/>
              </a:defRPr>
            </a:lvl1pPr>
            <a:lvl2pPr marL="457200" indent="0">
              <a:buNone/>
              <a:defRPr sz="1800">
                <a:latin typeface="Open Sans" panose="020B0606030504020204" pitchFamily="34" charset="0"/>
                <a:ea typeface="Open Sans" panose="020B0606030504020204" pitchFamily="34" charset="0"/>
                <a:cs typeface="Open Sans" panose="020B0606030504020204" pitchFamily="34" charset="0"/>
              </a:defRPr>
            </a:lvl2pPr>
            <a:lvl3pPr marL="914400" indent="0">
              <a:buNone/>
              <a:defRPr sz="1600">
                <a:latin typeface="Open Sans" panose="020B0606030504020204" pitchFamily="34" charset="0"/>
                <a:ea typeface="Open Sans" panose="020B0606030504020204" pitchFamily="34" charset="0"/>
                <a:cs typeface="Open Sans" panose="020B0606030504020204" pitchFamily="34" charset="0"/>
              </a:defRPr>
            </a:lvl3pPr>
            <a:lvl4pPr marL="1371600" indent="0">
              <a:buNone/>
              <a:defRPr sz="1400">
                <a:latin typeface="Open Sans" panose="020B0606030504020204" pitchFamily="34" charset="0"/>
                <a:ea typeface="Open Sans" panose="020B0606030504020204" pitchFamily="34" charset="0"/>
                <a:cs typeface="Open Sans" panose="020B0606030504020204" pitchFamily="34" charset="0"/>
              </a:defRPr>
            </a:lvl4pPr>
            <a:lvl5pPr marL="1828800" indent="0">
              <a:buNone/>
              <a:defRPr sz="1200">
                <a:latin typeface="Open Sans" panose="020B0606030504020204" pitchFamily="34" charset="0"/>
                <a:ea typeface="Open Sans" panose="020B0606030504020204" pitchFamily="34" charset="0"/>
                <a:cs typeface="Open Sans" panose="020B0606030504020204" pitchFamily="34" charset="0"/>
              </a:defRPr>
            </a:lvl5pPr>
          </a:lstStyle>
          <a:p>
            <a:pPr lvl="0"/>
            <a:r>
              <a:rPr lang="en-US" dirty="0"/>
              <a:t>Click to edit the text </a:t>
            </a:r>
          </a:p>
        </p:txBody>
      </p:sp>
      <p:sp>
        <p:nvSpPr>
          <p:cNvPr id="22" name="Text Placeholder 6"/>
          <p:cNvSpPr>
            <a:spLocks noGrp="1"/>
          </p:cNvSpPr>
          <p:nvPr>
            <p:ph type="body" sz="quarter" idx="14" hasCustomPrompt="1"/>
          </p:nvPr>
        </p:nvSpPr>
        <p:spPr>
          <a:xfrm>
            <a:off x="3247481" y="4040777"/>
            <a:ext cx="1349829" cy="809897"/>
          </a:xfrm>
          <a:prstGeom prst="rect">
            <a:avLst/>
          </a:prstGeom>
        </p:spPr>
        <p:txBody>
          <a:bodyPr lIns="0"/>
          <a:lstStyle>
            <a:lvl1pPr marL="0" indent="0" algn="ctr">
              <a:lnSpc>
                <a:spcPct val="100000"/>
              </a:lnSpc>
              <a:buNone/>
              <a:defRPr sz="1600">
                <a:latin typeface="Proxima Nova Black" panose="02000506030000020004" pitchFamily="50" charset="0"/>
                <a:ea typeface="Open Sans" panose="020B0606030504020204" pitchFamily="34" charset="0"/>
                <a:cs typeface="Open Sans" panose="020B0606030504020204" pitchFamily="34" charset="0"/>
              </a:defRPr>
            </a:lvl1pPr>
            <a:lvl2pPr marL="457200" indent="0">
              <a:buNone/>
              <a:defRPr sz="1800">
                <a:latin typeface="Open Sans" panose="020B0606030504020204" pitchFamily="34" charset="0"/>
                <a:ea typeface="Open Sans" panose="020B0606030504020204" pitchFamily="34" charset="0"/>
                <a:cs typeface="Open Sans" panose="020B0606030504020204" pitchFamily="34" charset="0"/>
              </a:defRPr>
            </a:lvl2pPr>
            <a:lvl3pPr marL="914400" indent="0">
              <a:buNone/>
              <a:defRPr sz="1600">
                <a:latin typeface="Open Sans" panose="020B0606030504020204" pitchFamily="34" charset="0"/>
                <a:ea typeface="Open Sans" panose="020B0606030504020204" pitchFamily="34" charset="0"/>
                <a:cs typeface="Open Sans" panose="020B0606030504020204" pitchFamily="34" charset="0"/>
              </a:defRPr>
            </a:lvl3pPr>
            <a:lvl4pPr marL="1371600" indent="0">
              <a:buNone/>
              <a:defRPr sz="1400">
                <a:latin typeface="Open Sans" panose="020B0606030504020204" pitchFamily="34" charset="0"/>
                <a:ea typeface="Open Sans" panose="020B0606030504020204" pitchFamily="34" charset="0"/>
                <a:cs typeface="Open Sans" panose="020B0606030504020204" pitchFamily="34" charset="0"/>
              </a:defRPr>
            </a:lvl4pPr>
            <a:lvl5pPr marL="1828800" indent="0">
              <a:buNone/>
              <a:defRPr sz="1200">
                <a:latin typeface="Open Sans" panose="020B0606030504020204" pitchFamily="34" charset="0"/>
                <a:ea typeface="Open Sans" panose="020B0606030504020204" pitchFamily="34" charset="0"/>
                <a:cs typeface="Open Sans" panose="020B0606030504020204" pitchFamily="34" charset="0"/>
              </a:defRPr>
            </a:lvl5pPr>
          </a:lstStyle>
          <a:p>
            <a:pPr lvl="0"/>
            <a:r>
              <a:rPr lang="en-US" dirty="0"/>
              <a:t>Click to edit the text </a:t>
            </a:r>
          </a:p>
        </p:txBody>
      </p:sp>
      <p:sp>
        <p:nvSpPr>
          <p:cNvPr id="23" name="Text Placeholder 6"/>
          <p:cNvSpPr>
            <a:spLocks noGrp="1"/>
          </p:cNvSpPr>
          <p:nvPr>
            <p:ph type="body" sz="quarter" idx="15" hasCustomPrompt="1"/>
          </p:nvPr>
        </p:nvSpPr>
        <p:spPr>
          <a:xfrm>
            <a:off x="5433605" y="4040777"/>
            <a:ext cx="1349829" cy="809897"/>
          </a:xfrm>
          <a:prstGeom prst="rect">
            <a:avLst/>
          </a:prstGeom>
        </p:spPr>
        <p:txBody>
          <a:bodyPr lIns="0"/>
          <a:lstStyle>
            <a:lvl1pPr marL="0" indent="0" algn="ctr">
              <a:lnSpc>
                <a:spcPct val="100000"/>
              </a:lnSpc>
              <a:buNone/>
              <a:defRPr sz="1600">
                <a:latin typeface="Proxima Nova Black" panose="02000506030000020004" pitchFamily="50" charset="0"/>
                <a:ea typeface="Open Sans" panose="020B0606030504020204" pitchFamily="34" charset="0"/>
                <a:cs typeface="Open Sans" panose="020B0606030504020204" pitchFamily="34" charset="0"/>
              </a:defRPr>
            </a:lvl1pPr>
            <a:lvl2pPr marL="457200" indent="0">
              <a:buNone/>
              <a:defRPr sz="1800">
                <a:latin typeface="Open Sans" panose="020B0606030504020204" pitchFamily="34" charset="0"/>
                <a:ea typeface="Open Sans" panose="020B0606030504020204" pitchFamily="34" charset="0"/>
                <a:cs typeface="Open Sans" panose="020B0606030504020204" pitchFamily="34" charset="0"/>
              </a:defRPr>
            </a:lvl2pPr>
            <a:lvl3pPr marL="914400" indent="0">
              <a:buNone/>
              <a:defRPr sz="1600">
                <a:latin typeface="Open Sans" panose="020B0606030504020204" pitchFamily="34" charset="0"/>
                <a:ea typeface="Open Sans" panose="020B0606030504020204" pitchFamily="34" charset="0"/>
                <a:cs typeface="Open Sans" panose="020B0606030504020204" pitchFamily="34" charset="0"/>
              </a:defRPr>
            </a:lvl3pPr>
            <a:lvl4pPr marL="1371600" indent="0">
              <a:buNone/>
              <a:defRPr sz="1400">
                <a:latin typeface="Open Sans" panose="020B0606030504020204" pitchFamily="34" charset="0"/>
                <a:ea typeface="Open Sans" panose="020B0606030504020204" pitchFamily="34" charset="0"/>
                <a:cs typeface="Open Sans" panose="020B0606030504020204" pitchFamily="34" charset="0"/>
              </a:defRPr>
            </a:lvl4pPr>
            <a:lvl5pPr marL="1828800" indent="0">
              <a:buNone/>
              <a:defRPr sz="1200">
                <a:latin typeface="Open Sans" panose="020B0606030504020204" pitchFamily="34" charset="0"/>
                <a:ea typeface="Open Sans" panose="020B0606030504020204" pitchFamily="34" charset="0"/>
                <a:cs typeface="Open Sans" panose="020B0606030504020204" pitchFamily="34" charset="0"/>
              </a:defRPr>
            </a:lvl5pPr>
          </a:lstStyle>
          <a:p>
            <a:pPr lvl="0"/>
            <a:r>
              <a:rPr lang="en-US" dirty="0"/>
              <a:t>Click to edit the text </a:t>
            </a:r>
          </a:p>
        </p:txBody>
      </p:sp>
      <p:sp>
        <p:nvSpPr>
          <p:cNvPr id="24" name="Text Placeholder 6"/>
          <p:cNvSpPr>
            <a:spLocks noGrp="1"/>
          </p:cNvSpPr>
          <p:nvPr>
            <p:ph type="body" sz="quarter" idx="16" hasCustomPrompt="1"/>
          </p:nvPr>
        </p:nvSpPr>
        <p:spPr>
          <a:xfrm>
            <a:off x="7639324" y="4040777"/>
            <a:ext cx="1349829" cy="809897"/>
          </a:xfrm>
          <a:prstGeom prst="rect">
            <a:avLst/>
          </a:prstGeom>
        </p:spPr>
        <p:txBody>
          <a:bodyPr lIns="0"/>
          <a:lstStyle>
            <a:lvl1pPr marL="0" indent="0" algn="ctr">
              <a:lnSpc>
                <a:spcPct val="100000"/>
              </a:lnSpc>
              <a:buNone/>
              <a:defRPr sz="1600">
                <a:latin typeface="Proxima Nova Black" panose="02000506030000020004" pitchFamily="50" charset="0"/>
                <a:ea typeface="Open Sans" panose="020B0606030504020204" pitchFamily="34" charset="0"/>
                <a:cs typeface="Open Sans" panose="020B0606030504020204" pitchFamily="34" charset="0"/>
              </a:defRPr>
            </a:lvl1pPr>
            <a:lvl2pPr marL="457200" indent="0">
              <a:buNone/>
              <a:defRPr sz="1800">
                <a:latin typeface="Open Sans" panose="020B0606030504020204" pitchFamily="34" charset="0"/>
                <a:ea typeface="Open Sans" panose="020B0606030504020204" pitchFamily="34" charset="0"/>
                <a:cs typeface="Open Sans" panose="020B0606030504020204" pitchFamily="34" charset="0"/>
              </a:defRPr>
            </a:lvl2pPr>
            <a:lvl3pPr marL="914400" indent="0">
              <a:buNone/>
              <a:defRPr sz="1600">
                <a:latin typeface="Open Sans" panose="020B0606030504020204" pitchFamily="34" charset="0"/>
                <a:ea typeface="Open Sans" panose="020B0606030504020204" pitchFamily="34" charset="0"/>
                <a:cs typeface="Open Sans" panose="020B0606030504020204" pitchFamily="34" charset="0"/>
              </a:defRPr>
            </a:lvl3pPr>
            <a:lvl4pPr marL="1371600" indent="0">
              <a:buNone/>
              <a:defRPr sz="1400">
                <a:latin typeface="Open Sans" panose="020B0606030504020204" pitchFamily="34" charset="0"/>
                <a:ea typeface="Open Sans" panose="020B0606030504020204" pitchFamily="34" charset="0"/>
                <a:cs typeface="Open Sans" panose="020B0606030504020204" pitchFamily="34" charset="0"/>
              </a:defRPr>
            </a:lvl4pPr>
            <a:lvl5pPr marL="1828800" indent="0">
              <a:buNone/>
              <a:defRPr sz="1200">
                <a:latin typeface="Open Sans" panose="020B0606030504020204" pitchFamily="34" charset="0"/>
                <a:ea typeface="Open Sans" panose="020B0606030504020204" pitchFamily="34" charset="0"/>
                <a:cs typeface="Open Sans" panose="020B0606030504020204" pitchFamily="34" charset="0"/>
              </a:defRPr>
            </a:lvl5pPr>
          </a:lstStyle>
          <a:p>
            <a:pPr lvl="0"/>
            <a:r>
              <a:rPr lang="en-US" dirty="0"/>
              <a:t>Click to edit the text </a:t>
            </a:r>
          </a:p>
        </p:txBody>
      </p:sp>
      <p:sp>
        <p:nvSpPr>
          <p:cNvPr id="25" name="Text Placeholder 6"/>
          <p:cNvSpPr>
            <a:spLocks noGrp="1"/>
          </p:cNvSpPr>
          <p:nvPr>
            <p:ph type="body" sz="quarter" idx="17" hasCustomPrompt="1"/>
          </p:nvPr>
        </p:nvSpPr>
        <p:spPr>
          <a:xfrm>
            <a:off x="9825445" y="4040777"/>
            <a:ext cx="1349829" cy="809897"/>
          </a:xfrm>
          <a:prstGeom prst="rect">
            <a:avLst/>
          </a:prstGeom>
        </p:spPr>
        <p:txBody>
          <a:bodyPr lIns="0"/>
          <a:lstStyle>
            <a:lvl1pPr marL="0" indent="0" algn="ctr">
              <a:lnSpc>
                <a:spcPct val="100000"/>
              </a:lnSpc>
              <a:buNone/>
              <a:defRPr sz="1600">
                <a:latin typeface="Proxima Nova Black" panose="02000506030000020004" pitchFamily="50" charset="0"/>
                <a:ea typeface="Open Sans" panose="020B0606030504020204" pitchFamily="34" charset="0"/>
                <a:cs typeface="Open Sans" panose="020B0606030504020204" pitchFamily="34" charset="0"/>
              </a:defRPr>
            </a:lvl1pPr>
            <a:lvl2pPr marL="457200" indent="0">
              <a:buNone/>
              <a:defRPr sz="1800">
                <a:latin typeface="Open Sans" panose="020B0606030504020204" pitchFamily="34" charset="0"/>
                <a:ea typeface="Open Sans" panose="020B0606030504020204" pitchFamily="34" charset="0"/>
                <a:cs typeface="Open Sans" panose="020B0606030504020204" pitchFamily="34" charset="0"/>
              </a:defRPr>
            </a:lvl2pPr>
            <a:lvl3pPr marL="914400" indent="0">
              <a:buNone/>
              <a:defRPr sz="1600">
                <a:latin typeface="Open Sans" panose="020B0606030504020204" pitchFamily="34" charset="0"/>
                <a:ea typeface="Open Sans" panose="020B0606030504020204" pitchFamily="34" charset="0"/>
                <a:cs typeface="Open Sans" panose="020B0606030504020204" pitchFamily="34" charset="0"/>
              </a:defRPr>
            </a:lvl3pPr>
            <a:lvl4pPr marL="1371600" indent="0">
              <a:buNone/>
              <a:defRPr sz="1400">
                <a:latin typeface="Open Sans" panose="020B0606030504020204" pitchFamily="34" charset="0"/>
                <a:ea typeface="Open Sans" panose="020B0606030504020204" pitchFamily="34" charset="0"/>
                <a:cs typeface="Open Sans" panose="020B0606030504020204" pitchFamily="34" charset="0"/>
              </a:defRPr>
            </a:lvl4pPr>
            <a:lvl5pPr marL="1828800" indent="0">
              <a:buNone/>
              <a:defRPr sz="1200">
                <a:latin typeface="Open Sans" panose="020B0606030504020204" pitchFamily="34" charset="0"/>
                <a:ea typeface="Open Sans" panose="020B0606030504020204" pitchFamily="34" charset="0"/>
                <a:cs typeface="Open Sans" panose="020B0606030504020204" pitchFamily="34" charset="0"/>
              </a:defRPr>
            </a:lvl5pPr>
          </a:lstStyle>
          <a:p>
            <a:pPr lvl="0"/>
            <a:r>
              <a:rPr lang="en-US" dirty="0"/>
              <a:t>Click to edit the text </a:t>
            </a:r>
          </a:p>
        </p:txBody>
      </p:sp>
      <p:sp>
        <p:nvSpPr>
          <p:cNvPr id="26" name="TextBox 25"/>
          <p:cNvSpPr txBox="1"/>
          <p:nvPr userDrawn="1"/>
        </p:nvSpPr>
        <p:spPr>
          <a:xfrm>
            <a:off x="9486900" y="236808"/>
            <a:ext cx="2121626" cy="261610"/>
          </a:xfrm>
          <a:prstGeom prst="rect">
            <a:avLst/>
          </a:prstGeom>
          <a:noFill/>
        </p:spPr>
        <p:txBody>
          <a:bodyPr wrap="square" rtlCol="0">
            <a:spAutoFit/>
          </a:bodyPr>
          <a:lstStyle/>
          <a:p>
            <a:pPr algn="r"/>
            <a:r>
              <a:rPr lang="en-US" sz="1100" dirty="0">
                <a:latin typeface="Open Sans" panose="020B0606030504020204" pitchFamily="34" charset="0"/>
                <a:ea typeface="Open Sans" panose="020B0606030504020204" pitchFamily="34" charset="0"/>
                <a:cs typeface="Open Sans" panose="020B0606030504020204" pitchFamily="34" charset="0"/>
              </a:rPr>
              <a:t>SoftServe Confidential</a:t>
            </a:r>
          </a:p>
        </p:txBody>
      </p:sp>
    </p:spTree>
    <p:extLst>
      <p:ext uri="{BB962C8B-B14F-4D97-AF65-F5344CB8AC3E}">
        <p14:creationId xmlns:p14="http://schemas.microsoft.com/office/powerpoint/2010/main" val="256236396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TIMELINE-DARK">
    <p:spTree>
      <p:nvGrpSpPr>
        <p:cNvPr id="1" name=""/>
        <p:cNvGrpSpPr/>
        <p:nvPr/>
      </p:nvGrpSpPr>
      <p:grpSpPr>
        <a:xfrm>
          <a:off x="0" y="0"/>
          <a:ext cx="0" cy="0"/>
          <a:chOff x="0" y="0"/>
          <a:chExt cx="0" cy="0"/>
        </a:xfrm>
      </p:grpSpPr>
      <p:sp>
        <p:nvSpPr>
          <p:cNvPr id="20" name="Text Placeholder 6"/>
          <p:cNvSpPr>
            <a:spLocks noGrp="1"/>
          </p:cNvSpPr>
          <p:nvPr>
            <p:ph type="body" sz="quarter" idx="13" hasCustomPrompt="1"/>
          </p:nvPr>
        </p:nvSpPr>
        <p:spPr>
          <a:xfrm>
            <a:off x="685800" y="2057400"/>
            <a:ext cx="1466850" cy="809897"/>
          </a:xfrm>
          <a:prstGeom prst="rect">
            <a:avLst/>
          </a:prstGeom>
        </p:spPr>
        <p:txBody>
          <a:bodyPr lIns="0"/>
          <a:lstStyle>
            <a:lvl1pPr marL="0" indent="0" algn="l">
              <a:lnSpc>
                <a:spcPct val="100000"/>
              </a:lnSpc>
              <a:buNone/>
              <a:defRPr sz="1600">
                <a:latin typeface="Proxima Nova Black" panose="02000506030000020004" pitchFamily="50" charset="0"/>
                <a:ea typeface="Open Sans" panose="020B0606030504020204" pitchFamily="34" charset="0"/>
                <a:cs typeface="Open Sans" panose="020B0606030504020204" pitchFamily="34" charset="0"/>
              </a:defRPr>
            </a:lvl1pPr>
            <a:lvl2pPr marL="457200" indent="0">
              <a:buNone/>
              <a:defRPr sz="1800">
                <a:latin typeface="Open Sans" panose="020B0606030504020204" pitchFamily="34" charset="0"/>
                <a:ea typeface="Open Sans" panose="020B0606030504020204" pitchFamily="34" charset="0"/>
                <a:cs typeface="Open Sans" panose="020B0606030504020204" pitchFamily="34" charset="0"/>
              </a:defRPr>
            </a:lvl2pPr>
            <a:lvl3pPr marL="914400" indent="0">
              <a:buNone/>
              <a:defRPr sz="1600">
                <a:latin typeface="Open Sans" panose="020B0606030504020204" pitchFamily="34" charset="0"/>
                <a:ea typeface="Open Sans" panose="020B0606030504020204" pitchFamily="34" charset="0"/>
                <a:cs typeface="Open Sans" panose="020B0606030504020204" pitchFamily="34" charset="0"/>
              </a:defRPr>
            </a:lvl3pPr>
            <a:lvl4pPr marL="1371600" indent="0">
              <a:buNone/>
              <a:defRPr sz="1400">
                <a:latin typeface="Open Sans" panose="020B0606030504020204" pitchFamily="34" charset="0"/>
                <a:ea typeface="Open Sans" panose="020B0606030504020204" pitchFamily="34" charset="0"/>
                <a:cs typeface="Open Sans" panose="020B0606030504020204" pitchFamily="34" charset="0"/>
              </a:defRPr>
            </a:lvl4pPr>
            <a:lvl5pPr marL="1828800" indent="0">
              <a:buNone/>
              <a:defRPr sz="1200">
                <a:latin typeface="Open Sans" panose="020B0606030504020204" pitchFamily="34" charset="0"/>
                <a:ea typeface="Open Sans" panose="020B0606030504020204" pitchFamily="34" charset="0"/>
                <a:cs typeface="Open Sans" panose="020B0606030504020204" pitchFamily="34" charset="0"/>
              </a:defRPr>
            </a:lvl5pPr>
          </a:lstStyle>
          <a:p>
            <a:pPr lvl="0"/>
            <a:r>
              <a:rPr lang="en-US" dirty="0"/>
              <a:t>Click to edit the text</a:t>
            </a:r>
          </a:p>
        </p:txBody>
      </p:sp>
      <p:sp>
        <p:nvSpPr>
          <p:cNvPr id="21" name="Title 1"/>
          <p:cNvSpPr>
            <a:spLocks noGrp="1"/>
          </p:cNvSpPr>
          <p:nvPr>
            <p:ph type="title" hasCustomPrompt="1"/>
          </p:nvPr>
        </p:nvSpPr>
        <p:spPr>
          <a:xfrm>
            <a:off x="685800" y="685801"/>
            <a:ext cx="10820400" cy="685800"/>
          </a:xfrm>
          <a:prstGeom prst="rect">
            <a:avLst/>
          </a:prstGeom>
        </p:spPr>
        <p:txBody>
          <a:bodyPr lIns="0"/>
          <a:lstStyle>
            <a:lvl1pPr>
              <a:defRPr baseline="0">
                <a:latin typeface="Proxima Nova Black" panose="02000506030000020004" pitchFamily="50" charset="0"/>
              </a:defRPr>
            </a:lvl1pPr>
          </a:lstStyle>
          <a:p>
            <a:r>
              <a:rPr lang="en-US" dirty="0"/>
              <a:t>TITLE TO BE CAPITALIZED</a:t>
            </a:r>
          </a:p>
        </p:txBody>
      </p:sp>
      <p:cxnSp>
        <p:nvCxnSpPr>
          <p:cNvPr id="6" name="Straight Connector 5"/>
          <p:cNvCxnSpPr/>
          <p:nvPr userDrawn="1"/>
        </p:nvCxnSpPr>
        <p:spPr>
          <a:xfrm>
            <a:off x="-28575" y="2743200"/>
            <a:ext cx="12252960" cy="0"/>
          </a:xfrm>
          <a:prstGeom prst="line">
            <a:avLst/>
          </a:prstGeom>
          <a:ln w="19050">
            <a:solidFill>
              <a:schemeClr val="bg1">
                <a:lumMod val="65000"/>
                <a:lumOff val="35000"/>
              </a:schemeClr>
            </a:solidFill>
          </a:ln>
        </p:spPr>
        <p:style>
          <a:lnRef idx="1">
            <a:schemeClr val="accent1"/>
          </a:lnRef>
          <a:fillRef idx="0">
            <a:schemeClr val="accent1"/>
          </a:fillRef>
          <a:effectRef idx="0">
            <a:schemeClr val="accent1"/>
          </a:effectRef>
          <a:fontRef idx="minor">
            <a:schemeClr val="tx1"/>
          </a:fontRef>
        </p:style>
      </p:cxnSp>
      <p:sp>
        <p:nvSpPr>
          <p:cNvPr id="7" name="Oval 6"/>
          <p:cNvSpPr/>
          <p:nvPr userDrawn="1"/>
        </p:nvSpPr>
        <p:spPr>
          <a:xfrm>
            <a:off x="617220" y="2674620"/>
            <a:ext cx="137160" cy="137160"/>
          </a:xfrm>
          <a:prstGeom prst="ellipse">
            <a:avLst/>
          </a:prstGeom>
          <a:solidFill>
            <a:schemeClr val="bg1">
              <a:lumMod val="65000"/>
              <a:lumOff val="35000"/>
            </a:schemeClr>
          </a:solidFill>
          <a:ln>
            <a:solidFill>
              <a:schemeClr val="bg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Oval 25"/>
          <p:cNvSpPr/>
          <p:nvPr userDrawn="1"/>
        </p:nvSpPr>
        <p:spPr>
          <a:xfrm>
            <a:off x="2827020" y="2674620"/>
            <a:ext cx="137160" cy="137160"/>
          </a:xfrm>
          <a:prstGeom prst="ellipse">
            <a:avLst/>
          </a:prstGeom>
          <a:solidFill>
            <a:schemeClr val="bg1">
              <a:lumMod val="65000"/>
              <a:lumOff val="35000"/>
            </a:schemeClr>
          </a:solidFill>
          <a:ln>
            <a:solidFill>
              <a:schemeClr val="bg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Oval 26"/>
          <p:cNvSpPr/>
          <p:nvPr userDrawn="1"/>
        </p:nvSpPr>
        <p:spPr>
          <a:xfrm>
            <a:off x="5036820" y="2674620"/>
            <a:ext cx="137160" cy="137160"/>
          </a:xfrm>
          <a:prstGeom prst="ellipse">
            <a:avLst/>
          </a:prstGeom>
          <a:solidFill>
            <a:schemeClr val="bg1">
              <a:lumMod val="65000"/>
              <a:lumOff val="35000"/>
            </a:schemeClr>
          </a:solidFill>
          <a:ln>
            <a:solidFill>
              <a:schemeClr val="bg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Oval 27"/>
          <p:cNvSpPr/>
          <p:nvPr userDrawn="1"/>
        </p:nvSpPr>
        <p:spPr>
          <a:xfrm>
            <a:off x="7246620" y="2674620"/>
            <a:ext cx="137160" cy="137160"/>
          </a:xfrm>
          <a:prstGeom prst="ellipse">
            <a:avLst/>
          </a:prstGeom>
          <a:solidFill>
            <a:schemeClr val="bg1">
              <a:lumMod val="65000"/>
              <a:lumOff val="35000"/>
            </a:schemeClr>
          </a:solidFill>
          <a:ln>
            <a:solidFill>
              <a:schemeClr val="bg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Oval 28"/>
          <p:cNvSpPr/>
          <p:nvPr userDrawn="1"/>
        </p:nvSpPr>
        <p:spPr>
          <a:xfrm>
            <a:off x="9456420" y="2674620"/>
            <a:ext cx="137160" cy="137160"/>
          </a:xfrm>
          <a:prstGeom prst="ellipse">
            <a:avLst/>
          </a:prstGeom>
          <a:solidFill>
            <a:schemeClr val="bg1">
              <a:lumMod val="65000"/>
              <a:lumOff val="35000"/>
            </a:schemeClr>
          </a:solidFill>
          <a:ln>
            <a:solidFill>
              <a:schemeClr val="bg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Text Placeholder 6"/>
          <p:cNvSpPr>
            <a:spLocks noGrp="1"/>
          </p:cNvSpPr>
          <p:nvPr>
            <p:ph type="body" sz="quarter" idx="18" hasCustomPrompt="1"/>
          </p:nvPr>
        </p:nvSpPr>
        <p:spPr>
          <a:xfrm>
            <a:off x="2895600" y="2057400"/>
            <a:ext cx="1466850" cy="809897"/>
          </a:xfrm>
          <a:prstGeom prst="rect">
            <a:avLst/>
          </a:prstGeom>
        </p:spPr>
        <p:txBody>
          <a:bodyPr lIns="0"/>
          <a:lstStyle>
            <a:lvl1pPr marL="0" indent="0" algn="l">
              <a:lnSpc>
                <a:spcPct val="100000"/>
              </a:lnSpc>
              <a:buNone/>
              <a:defRPr sz="1600">
                <a:latin typeface="Proxima Nova Black" panose="02000506030000020004" pitchFamily="50" charset="0"/>
                <a:ea typeface="Open Sans" panose="020B0606030504020204" pitchFamily="34" charset="0"/>
                <a:cs typeface="Open Sans" panose="020B0606030504020204" pitchFamily="34" charset="0"/>
              </a:defRPr>
            </a:lvl1pPr>
            <a:lvl2pPr marL="457200" indent="0">
              <a:buNone/>
              <a:defRPr sz="1800">
                <a:latin typeface="Open Sans" panose="020B0606030504020204" pitchFamily="34" charset="0"/>
                <a:ea typeface="Open Sans" panose="020B0606030504020204" pitchFamily="34" charset="0"/>
                <a:cs typeface="Open Sans" panose="020B0606030504020204" pitchFamily="34" charset="0"/>
              </a:defRPr>
            </a:lvl2pPr>
            <a:lvl3pPr marL="914400" indent="0">
              <a:buNone/>
              <a:defRPr sz="1600">
                <a:latin typeface="Open Sans" panose="020B0606030504020204" pitchFamily="34" charset="0"/>
                <a:ea typeface="Open Sans" panose="020B0606030504020204" pitchFamily="34" charset="0"/>
                <a:cs typeface="Open Sans" panose="020B0606030504020204" pitchFamily="34" charset="0"/>
              </a:defRPr>
            </a:lvl3pPr>
            <a:lvl4pPr marL="1371600" indent="0">
              <a:buNone/>
              <a:defRPr sz="1400">
                <a:latin typeface="Open Sans" panose="020B0606030504020204" pitchFamily="34" charset="0"/>
                <a:ea typeface="Open Sans" panose="020B0606030504020204" pitchFamily="34" charset="0"/>
                <a:cs typeface="Open Sans" panose="020B0606030504020204" pitchFamily="34" charset="0"/>
              </a:defRPr>
            </a:lvl4pPr>
            <a:lvl5pPr marL="1828800" indent="0">
              <a:buNone/>
              <a:defRPr sz="1200">
                <a:latin typeface="Open Sans" panose="020B0606030504020204" pitchFamily="34" charset="0"/>
                <a:ea typeface="Open Sans" panose="020B0606030504020204" pitchFamily="34" charset="0"/>
                <a:cs typeface="Open Sans" panose="020B0606030504020204" pitchFamily="34" charset="0"/>
              </a:defRPr>
            </a:lvl5pPr>
          </a:lstStyle>
          <a:p>
            <a:pPr lvl="0"/>
            <a:r>
              <a:rPr lang="en-US" dirty="0"/>
              <a:t>Click to edit the text</a:t>
            </a:r>
          </a:p>
        </p:txBody>
      </p:sp>
      <p:sp>
        <p:nvSpPr>
          <p:cNvPr id="31" name="Text Placeholder 6"/>
          <p:cNvSpPr>
            <a:spLocks noGrp="1"/>
          </p:cNvSpPr>
          <p:nvPr>
            <p:ph type="body" sz="quarter" idx="19" hasCustomPrompt="1"/>
          </p:nvPr>
        </p:nvSpPr>
        <p:spPr>
          <a:xfrm>
            <a:off x="5114925" y="2057400"/>
            <a:ext cx="1466850" cy="809897"/>
          </a:xfrm>
          <a:prstGeom prst="rect">
            <a:avLst/>
          </a:prstGeom>
        </p:spPr>
        <p:txBody>
          <a:bodyPr lIns="0"/>
          <a:lstStyle>
            <a:lvl1pPr marL="0" indent="0" algn="l">
              <a:lnSpc>
                <a:spcPct val="100000"/>
              </a:lnSpc>
              <a:buNone/>
              <a:defRPr sz="1600">
                <a:latin typeface="Proxima Nova Black" panose="02000506030000020004" pitchFamily="50" charset="0"/>
                <a:ea typeface="Open Sans" panose="020B0606030504020204" pitchFamily="34" charset="0"/>
                <a:cs typeface="Open Sans" panose="020B0606030504020204" pitchFamily="34" charset="0"/>
              </a:defRPr>
            </a:lvl1pPr>
            <a:lvl2pPr marL="457200" indent="0">
              <a:buNone/>
              <a:defRPr sz="1800">
                <a:latin typeface="Open Sans" panose="020B0606030504020204" pitchFamily="34" charset="0"/>
                <a:ea typeface="Open Sans" panose="020B0606030504020204" pitchFamily="34" charset="0"/>
                <a:cs typeface="Open Sans" panose="020B0606030504020204" pitchFamily="34" charset="0"/>
              </a:defRPr>
            </a:lvl2pPr>
            <a:lvl3pPr marL="914400" indent="0">
              <a:buNone/>
              <a:defRPr sz="1600">
                <a:latin typeface="Open Sans" panose="020B0606030504020204" pitchFamily="34" charset="0"/>
                <a:ea typeface="Open Sans" panose="020B0606030504020204" pitchFamily="34" charset="0"/>
                <a:cs typeface="Open Sans" panose="020B0606030504020204" pitchFamily="34" charset="0"/>
              </a:defRPr>
            </a:lvl3pPr>
            <a:lvl4pPr marL="1371600" indent="0">
              <a:buNone/>
              <a:defRPr sz="1400">
                <a:latin typeface="Open Sans" panose="020B0606030504020204" pitchFamily="34" charset="0"/>
                <a:ea typeface="Open Sans" panose="020B0606030504020204" pitchFamily="34" charset="0"/>
                <a:cs typeface="Open Sans" panose="020B0606030504020204" pitchFamily="34" charset="0"/>
              </a:defRPr>
            </a:lvl4pPr>
            <a:lvl5pPr marL="1828800" indent="0">
              <a:buNone/>
              <a:defRPr sz="1200">
                <a:latin typeface="Open Sans" panose="020B0606030504020204" pitchFamily="34" charset="0"/>
                <a:ea typeface="Open Sans" panose="020B0606030504020204" pitchFamily="34" charset="0"/>
                <a:cs typeface="Open Sans" panose="020B0606030504020204" pitchFamily="34" charset="0"/>
              </a:defRPr>
            </a:lvl5pPr>
          </a:lstStyle>
          <a:p>
            <a:pPr lvl="0"/>
            <a:r>
              <a:rPr lang="en-US" dirty="0"/>
              <a:t>Click to edit the text</a:t>
            </a:r>
          </a:p>
        </p:txBody>
      </p:sp>
      <p:sp>
        <p:nvSpPr>
          <p:cNvPr id="32" name="Text Placeholder 6"/>
          <p:cNvSpPr>
            <a:spLocks noGrp="1"/>
          </p:cNvSpPr>
          <p:nvPr>
            <p:ph type="body" sz="quarter" idx="20" hasCustomPrompt="1"/>
          </p:nvPr>
        </p:nvSpPr>
        <p:spPr>
          <a:xfrm>
            <a:off x="7315200" y="2057400"/>
            <a:ext cx="1466850" cy="809897"/>
          </a:xfrm>
          <a:prstGeom prst="rect">
            <a:avLst/>
          </a:prstGeom>
        </p:spPr>
        <p:txBody>
          <a:bodyPr lIns="0"/>
          <a:lstStyle>
            <a:lvl1pPr marL="0" indent="0" algn="l">
              <a:lnSpc>
                <a:spcPct val="100000"/>
              </a:lnSpc>
              <a:buNone/>
              <a:defRPr sz="1600">
                <a:latin typeface="Proxima Nova Black" panose="02000506030000020004" pitchFamily="50" charset="0"/>
                <a:ea typeface="Open Sans" panose="020B0606030504020204" pitchFamily="34" charset="0"/>
                <a:cs typeface="Open Sans" panose="020B0606030504020204" pitchFamily="34" charset="0"/>
              </a:defRPr>
            </a:lvl1pPr>
            <a:lvl2pPr marL="457200" indent="0">
              <a:buNone/>
              <a:defRPr sz="1800">
                <a:latin typeface="Open Sans" panose="020B0606030504020204" pitchFamily="34" charset="0"/>
                <a:ea typeface="Open Sans" panose="020B0606030504020204" pitchFamily="34" charset="0"/>
                <a:cs typeface="Open Sans" panose="020B0606030504020204" pitchFamily="34" charset="0"/>
              </a:defRPr>
            </a:lvl2pPr>
            <a:lvl3pPr marL="914400" indent="0">
              <a:buNone/>
              <a:defRPr sz="1600">
                <a:latin typeface="Open Sans" panose="020B0606030504020204" pitchFamily="34" charset="0"/>
                <a:ea typeface="Open Sans" panose="020B0606030504020204" pitchFamily="34" charset="0"/>
                <a:cs typeface="Open Sans" panose="020B0606030504020204" pitchFamily="34" charset="0"/>
              </a:defRPr>
            </a:lvl3pPr>
            <a:lvl4pPr marL="1371600" indent="0">
              <a:buNone/>
              <a:defRPr sz="1400">
                <a:latin typeface="Open Sans" panose="020B0606030504020204" pitchFamily="34" charset="0"/>
                <a:ea typeface="Open Sans" panose="020B0606030504020204" pitchFamily="34" charset="0"/>
                <a:cs typeface="Open Sans" panose="020B0606030504020204" pitchFamily="34" charset="0"/>
              </a:defRPr>
            </a:lvl4pPr>
            <a:lvl5pPr marL="1828800" indent="0">
              <a:buNone/>
              <a:defRPr sz="1200">
                <a:latin typeface="Open Sans" panose="020B0606030504020204" pitchFamily="34" charset="0"/>
                <a:ea typeface="Open Sans" panose="020B0606030504020204" pitchFamily="34" charset="0"/>
                <a:cs typeface="Open Sans" panose="020B0606030504020204" pitchFamily="34" charset="0"/>
              </a:defRPr>
            </a:lvl5pPr>
          </a:lstStyle>
          <a:p>
            <a:pPr lvl="0"/>
            <a:r>
              <a:rPr lang="en-US" dirty="0"/>
              <a:t>Click to edit the text</a:t>
            </a:r>
          </a:p>
        </p:txBody>
      </p:sp>
      <p:sp>
        <p:nvSpPr>
          <p:cNvPr id="33" name="Text Placeholder 6"/>
          <p:cNvSpPr>
            <a:spLocks noGrp="1"/>
          </p:cNvSpPr>
          <p:nvPr>
            <p:ph type="body" sz="quarter" idx="21" hasCustomPrompt="1"/>
          </p:nvPr>
        </p:nvSpPr>
        <p:spPr>
          <a:xfrm>
            <a:off x="9534525" y="2076450"/>
            <a:ext cx="1466850" cy="809897"/>
          </a:xfrm>
          <a:prstGeom prst="rect">
            <a:avLst/>
          </a:prstGeom>
        </p:spPr>
        <p:txBody>
          <a:bodyPr lIns="0"/>
          <a:lstStyle>
            <a:lvl1pPr marL="0" indent="0" algn="l">
              <a:lnSpc>
                <a:spcPct val="100000"/>
              </a:lnSpc>
              <a:buNone/>
              <a:defRPr sz="1600">
                <a:latin typeface="Proxima Nova Black" panose="02000506030000020004" pitchFamily="50" charset="0"/>
                <a:ea typeface="Open Sans" panose="020B0606030504020204" pitchFamily="34" charset="0"/>
                <a:cs typeface="Open Sans" panose="020B0606030504020204" pitchFamily="34" charset="0"/>
              </a:defRPr>
            </a:lvl1pPr>
            <a:lvl2pPr marL="457200" indent="0">
              <a:buNone/>
              <a:defRPr sz="1800">
                <a:latin typeface="Open Sans" panose="020B0606030504020204" pitchFamily="34" charset="0"/>
                <a:ea typeface="Open Sans" panose="020B0606030504020204" pitchFamily="34" charset="0"/>
                <a:cs typeface="Open Sans" panose="020B0606030504020204" pitchFamily="34" charset="0"/>
              </a:defRPr>
            </a:lvl2pPr>
            <a:lvl3pPr marL="914400" indent="0">
              <a:buNone/>
              <a:defRPr sz="1600">
                <a:latin typeface="Open Sans" panose="020B0606030504020204" pitchFamily="34" charset="0"/>
                <a:ea typeface="Open Sans" panose="020B0606030504020204" pitchFamily="34" charset="0"/>
                <a:cs typeface="Open Sans" panose="020B0606030504020204" pitchFamily="34" charset="0"/>
              </a:defRPr>
            </a:lvl3pPr>
            <a:lvl4pPr marL="1371600" indent="0">
              <a:buNone/>
              <a:defRPr sz="1400">
                <a:latin typeface="Open Sans" panose="020B0606030504020204" pitchFamily="34" charset="0"/>
                <a:ea typeface="Open Sans" panose="020B0606030504020204" pitchFamily="34" charset="0"/>
                <a:cs typeface="Open Sans" panose="020B0606030504020204" pitchFamily="34" charset="0"/>
              </a:defRPr>
            </a:lvl4pPr>
            <a:lvl5pPr marL="1828800" indent="0">
              <a:buNone/>
              <a:defRPr sz="1200">
                <a:latin typeface="Open Sans" panose="020B0606030504020204" pitchFamily="34" charset="0"/>
                <a:ea typeface="Open Sans" panose="020B0606030504020204" pitchFamily="34" charset="0"/>
                <a:cs typeface="Open Sans" panose="020B0606030504020204" pitchFamily="34" charset="0"/>
              </a:defRPr>
            </a:lvl5pPr>
          </a:lstStyle>
          <a:p>
            <a:pPr lvl="0"/>
            <a:r>
              <a:rPr lang="en-US" dirty="0"/>
              <a:t>Click to edit the text</a:t>
            </a:r>
          </a:p>
        </p:txBody>
      </p:sp>
      <p:sp>
        <p:nvSpPr>
          <p:cNvPr id="34" name="Text Placeholder 6"/>
          <p:cNvSpPr>
            <a:spLocks noGrp="1"/>
          </p:cNvSpPr>
          <p:nvPr>
            <p:ph type="body" sz="quarter" idx="12" hasCustomPrompt="1"/>
          </p:nvPr>
        </p:nvSpPr>
        <p:spPr>
          <a:xfrm>
            <a:off x="685800" y="3076575"/>
            <a:ext cx="1981200" cy="2276475"/>
          </a:xfrm>
          <a:prstGeom prst="rect">
            <a:avLst/>
          </a:prstGeom>
        </p:spPr>
        <p:txBody>
          <a:bodyPr lIns="0"/>
          <a:lstStyle>
            <a:lvl1pPr marL="0" indent="0">
              <a:lnSpc>
                <a:spcPct val="100000"/>
              </a:lnSpc>
              <a:buNone/>
              <a:defRPr sz="1400">
                <a:latin typeface="Open Sans" panose="020B0606030504020204" pitchFamily="34" charset="0"/>
                <a:ea typeface="Open Sans" panose="020B0606030504020204" pitchFamily="34" charset="0"/>
                <a:cs typeface="Open Sans" panose="020B0606030504020204" pitchFamily="34" charset="0"/>
              </a:defRPr>
            </a:lvl1pPr>
            <a:lvl2pPr marL="457200" indent="0">
              <a:buNone/>
              <a:defRPr sz="1800">
                <a:latin typeface="Open Sans" panose="020B0606030504020204" pitchFamily="34" charset="0"/>
                <a:ea typeface="Open Sans" panose="020B0606030504020204" pitchFamily="34" charset="0"/>
                <a:cs typeface="Open Sans" panose="020B0606030504020204" pitchFamily="34" charset="0"/>
              </a:defRPr>
            </a:lvl2pPr>
            <a:lvl3pPr marL="914400" indent="0">
              <a:buNone/>
              <a:defRPr sz="1600">
                <a:latin typeface="Open Sans" panose="020B0606030504020204" pitchFamily="34" charset="0"/>
                <a:ea typeface="Open Sans" panose="020B0606030504020204" pitchFamily="34" charset="0"/>
                <a:cs typeface="Open Sans" panose="020B0606030504020204" pitchFamily="34" charset="0"/>
              </a:defRPr>
            </a:lvl3pPr>
            <a:lvl4pPr marL="1371600" indent="0">
              <a:buNone/>
              <a:defRPr sz="1400">
                <a:latin typeface="Open Sans" panose="020B0606030504020204" pitchFamily="34" charset="0"/>
                <a:ea typeface="Open Sans" panose="020B0606030504020204" pitchFamily="34" charset="0"/>
                <a:cs typeface="Open Sans" panose="020B0606030504020204" pitchFamily="34" charset="0"/>
              </a:defRPr>
            </a:lvl4pPr>
            <a:lvl5pPr marL="1828800" indent="0">
              <a:buNone/>
              <a:defRPr sz="1200">
                <a:latin typeface="Open Sans" panose="020B0606030504020204" pitchFamily="34" charset="0"/>
                <a:ea typeface="Open Sans" panose="020B0606030504020204" pitchFamily="34" charset="0"/>
                <a:cs typeface="Open Sans" panose="020B0606030504020204" pitchFamily="34" charset="0"/>
              </a:defRPr>
            </a:lvl5pPr>
          </a:lstStyle>
          <a:p>
            <a:pPr lvl="0"/>
            <a:r>
              <a:rPr lang="en-US" dirty="0"/>
              <a:t>Click to edit the text</a:t>
            </a:r>
          </a:p>
        </p:txBody>
      </p:sp>
      <p:sp>
        <p:nvSpPr>
          <p:cNvPr id="35" name="Text Placeholder 6"/>
          <p:cNvSpPr>
            <a:spLocks noGrp="1"/>
          </p:cNvSpPr>
          <p:nvPr>
            <p:ph type="body" sz="quarter" idx="22" hasCustomPrompt="1"/>
          </p:nvPr>
        </p:nvSpPr>
        <p:spPr>
          <a:xfrm>
            <a:off x="2895600" y="3076575"/>
            <a:ext cx="1981200" cy="2276475"/>
          </a:xfrm>
          <a:prstGeom prst="rect">
            <a:avLst/>
          </a:prstGeom>
        </p:spPr>
        <p:txBody>
          <a:bodyPr lIns="0"/>
          <a:lstStyle>
            <a:lvl1pPr marL="0" indent="0">
              <a:lnSpc>
                <a:spcPct val="100000"/>
              </a:lnSpc>
              <a:buNone/>
              <a:defRPr sz="1400">
                <a:latin typeface="Open Sans" panose="020B0606030504020204" pitchFamily="34" charset="0"/>
                <a:ea typeface="Open Sans" panose="020B0606030504020204" pitchFamily="34" charset="0"/>
                <a:cs typeface="Open Sans" panose="020B0606030504020204" pitchFamily="34" charset="0"/>
              </a:defRPr>
            </a:lvl1pPr>
            <a:lvl2pPr marL="457200" indent="0">
              <a:buNone/>
              <a:defRPr sz="1800">
                <a:latin typeface="Open Sans" panose="020B0606030504020204" pitchFamily="34" charset="0"/>
                <a:ea typeface="Open Sans" panose="020B0606030504020204" pitchFamily="34" charset="0"/>
                <a:cs typeface="Open Sans" panose="020B0606030504020204" pitchFamily="34" charset="0"/>
              </a:defRPr>
            </a:lvl2pPr>
            <a:lvl3pPr marL="914400" indent="0">
              <a:buNone/>
              <a:defRPr sz="1600">
                <a:latin typeface="Open Sans" panose="020B0606030504020204" pitchFamily="34" charset="0"/>
                <a:ea typeface="Open Sans" panose="020B0606030504020204" pitchFamily="34" charset="0"/>
                <a:cs typeface="Open Sans" panose="020B0606030504020204" pitchFamily="34" charset="0"/>
              </a:defRPr>
            </a:lvl3pPr>
            <a:lvl4pPr marL="1371600" indent="0">
              <a:buNone/>
              <a:defRPr sz="1400">
                <a:latin typeface="Open Sans" panose="020B0606030504020204" pitchFamily="34" charset="0"/>
                <a:ea typeface="Open Sans" panose="020B0606030504020204" pitchFamily="34" charset="0"/>
                <a:cs typeface="Open Sans" panose="020B0606030504020204" pitchFamily="34" charset="0"/>
              </a:defRPr>
            </a:lvl4pPr>
            <a:lvl5pPr marL="1828800" indent="0">
              <a:buNone/>
              <a:defRPr sz="1200">
                <a:latin typeface="Open Sans" panose="020B0606030504020204" pitchFamily="34" charset="0"/>
                <a:ea typeface="Open Sans" panose="020B0606030504020204" pitchFamily="34" charset="0"/>
                <a:cs typeface="Open Sans" panose="020B0606030504020204" pitchFamily="34" charset="0"/>
              </a:defRPr>
            </a:lvl5pPr>
          </a:lstStyle>
          <a:p>
            <a:pPr lvl="0"/>
            <a:r>
              <a:rPr lang="en-US" dirty="0"/>
              <a:t>Click to edit the text</a:t>
            </a:r>
          </a:p>
        </p:txBody>
      </p:sp>
      <p:sp>
        <p:nvSpPr>
          <p:cNvPr id="36" name="Text Placeholder 6"/>
          <p:cNvSpPr>
            <a:spLocks noGrp="1"/>
          </p:cNvSpPr>
          <p:nvPr>
            <p:ph type="body" sz="quarter" idx="23" hasCustomPrompt="1"/>
          </p:nvPr>
        </p:nvSpPr>
        <p:spPr>
          <a:xfrm>
            <a:off x="5114925" y="3076574"/>
            <a:ext cx="1981200" cy="2276475"/>
          </a:xfrm>
          <a:prstGeom prst="rect">
            <a:avLst/>
          </a:prstGeom>
        </p:spPr>
        <p:txBody>
          <a:bodyPr lIns="0"/>
          <a:lstStyle>
            <a:lvl1pPr marL="0" indent="0">
              <a:lnSpc>
                <a:spcPct val="100000"/>
              </a:lnSpc>
              <a:buNone/>
              <a:defRPr sz="1400">
                <a:latin typeface="Open Sans" panose="020B0606030504020204" pitchFamily="34" charset="0"/>
                <a:ea typeface="Open Sans" panose="020B0606030504020204" pitchFamily="34" charset="0"/>
                <a:cs typeface="Open Sans" panose="020B0606030504020204" pitchFamily="34" charset="0"/>
              </a:defRPr>
            </a:lvl1pPr>
            <a:lvl2pPr marL="457200" indent="0">
              <a:buNone/>
              <a:defRPr sz="1800">
                <a:latin typeface="Open Sans" panose="020B0606030504020204" pitchFamily="34" charset="0"/>
                <a:ea typeface="Open Sans" panose="020B0606030504020204" pitchFamily="34" charset="0"/>
                <a:cs typeface="Open Sans" panose="020B0606030504020204" pitchFamily="34" charset="0"/>
              </a:defRPr>
            </a:lvl2pPr>
            <a:lvl3pPr marL="914400" indent="0">
              <a:buNone/>
              <a:defRPr sz="1600">
                <a:latin typeface="Open Sans" panose="020B0606030504020204" pitchFamily="34" charset="0"/>
                <a:ea typeface="Open Sans" panose="020B0606030504020204" pitchFamily="34" charset="0"/>
                <a:cs typeface="Open Sans" panose="020B0606030504020204" pitchFamily="34" charset="0"/>
              </a:defRPr>
            </a:lvl3pPr>
            <a:lvl4pPr marL="1371600" indent="0">
              <a:buNone/>
              <a:defRPr sz="1400">
                <a:latin typeface="Open Sans" panose="020B0606030504020204" pitchFamily="34" charset="0"/>
                <a:ea typeface="Open Sans" panose="020B0606030504020204" pitchFamily="34" charset="0"/>
                <a:cs typeface="Open Sans" panose="020B0606030504020204" pitchFamily="34" charset="0"/>
              </a:defRPr>
            </a:lvl4pPr>
            <a:lvl5pPr marL="1828800" indent="0">
              <a:buNone/>
              <a:defRPr sz="1200">
                <a:latin typeface="Open Sans" panose="020B0606030504020204" pitchFamily="34" charset="0"/>
                <a:ea typeface="Open Sans" panose="020B0606030504020204" pitchFamily="34" charset="0"/>
                <a:cs typeface="Open Sans" panose="020B0606030504020204" pitchFamily="34" charset="0"/>
              </a:defRPr>
            </a:lvl5pPr>
          </a:lstStyle>
          <a:p>
            <a:pPr lvl="0"/>
            <a:r>
              <a:rPr lang="en-US" dirty="0"/>
              <a:t>Click to edit the text</a:t>
            </a:r>
          </a:p>
        </p:txBody>
      </p:sp>
      <p:sp>
        <p:nvSpPr>
          <p:cNvPr id="37" name="Text Placeholder 6"/>
          <p:cNvSpPr>
            <a:spLocks noGrp="1"/>
          </p:cNvSpPr>
          <p:nvPr>
            <p:ph type="body" sz="quarter" idx="24" hasCustomPrompt="1"/>
          </p:nvPr>
        </p:nvSpPr>
        <p:spPr>
          <a:xfrm>
            <a:off x="7315200" y="3076575"/>
            <a:ext cx="1981200" cy="2276475"/>
          </a:xfrm>
          <a:prstGeom prst="rect">
            <a:avLst/>
          </a:prstGeom>
        </p:spPr>
        <p:txBody>
          <a:bodyPr lIns="0"/>
          <a:lstStyle>
            <a:lvl1pPr marL="0" indent="0">
              <a:lnSpc>
                <a:spcPct val="100000"/>
              </a:lnSpc>
              <a:buNone/>
              <a:defRPr sz="1400">
                <a:latin typeface="Open Sans" panose="020B0606030504020204" pitchFamily="34" charset="0"/>
                <a:ea typeface="Open Sans" panose="020B0606030504020204" pitchFamily="34" charset="0"/>
                <a:cs typeface="Open Sans" panose="020B0606030504020204" pitchFamily="34" charset="0"/>
              </a:defRPr>
            </a:lvl1pPr>
            <a:lvl2pPr marL="457200" indent="0">
              <a:buNone/>
              <a:defRPr sz="1800">
                <a:latin typeface="Open Sans" panose="020B0606030504020204" pitchFamily="34" charset="0"/>
                <a:ea typeface="Open Sans" panose="020B0606030504020204" pitchFamily="34" charset="0"/>
                <a:cs typeface="Open Sans" panose="020B0606030504020204" pitchFamily="34" charset="0"/>
              </a:defRPr>
            </a:lvl2pPr>
            <a:lvl3pPr marL="914400" indent="0">
              <a:buNone/>
              <a:defRPr sz="1600">
                <a:latin typeface="Open Sans" panose="020B0606030504020204" pitchFamily="34" charset="0"/>
                <a:ea typeface="Open Sans" panose="020B0606030504020204" pitchFamily="34" charset="0"/>
                <a:cs typeface="Open Sans" panose="020B0606030504020204" pitchFamily="34" charset="0"/>
              </a:defRPr>
            </a:lvl3pPr>
            <a:lvl4pPr marL="1371600" indent="0">
              <a:buNone/>
              <a:defRPr sz="1400">
                <a:latin typeface="Open Sans" panose="020B0606030504020204" pitchFamily="34" charset="0"/>
                <a:ea typeface="Open Sans" panose="020B0606030504020204" pitchFamily="34" charset="0"/>
                <a:cs typeface="Open Sans" panose="020B0606030504020204" pitchFamily="34" charset="0"/>
              </a:defRPr>
            </a:lvl4pPr>
            <a:lvl5pPr marL="1828800" indent="0">
              <a:buNone/>
              <a:defRPr sz="1200">
                <a:latin typeface="Open Sans" panose="020B0606030504020204" pitchFamily="34" charset="0"/>
                <a:ea typeface="Open Sans" panose="020B0606030504020204" pitchFamily="34" charset="0"/>
                <a:cs typeface="Open Sans" panose="020B0606030504020204" pitchFamily="34" charset="0"/>
              </a:defRPr>
            </a:lvl5pPr>
          </a:lstStyle>
          <a:p>
            <a:pPr lvl="0"/>
            <a:r>
              <a:rPr lang="en-US" dirty="0"/>
              <a:t>Click to edit the text</a:t>
            </a:r>
          </a:p>
        </p:txBody>
      </p:sp>
      <p:sp>
        <p:nvSpPr>
          <p:cNvPr id="38" name="Text Placeholder 6"/>
          <p:cNvSpPr>
            <a:spLocks noGrp="1"/>
          </p:cNvSpPr>
          <p:nvPr>
            <p:ph type="body" sz="quarter" idx="25" hasCustomPrompt="1"/>
          </p:nvPr>
        </p:nvSpPr>
        <p:spPr>
          <a:xfrm>
            <a:off x="9515475" y="3076574"/>
            <a:ext cx="1981200" cy="2276475"/>
          </a:xfrm>
          <a:prstGeom prst="rect">
            <a:avLst/>
          </a:prstGeom>
        </p:spPr>
        <p:txBody>
          <a:bodyPr lIns="0"/>
          <a:lstStyle>
            <a:lvl1pPr marL="0" indent="0">
              <a:lnSpc>
                <a:spcPct val="100000"/>
              </a:lnSpc>
              <a:buNone/>
              <a:defRPr sz="1400">
                <a:latin typeface="Open Sans" panose="020B0606030504020204" pitchFamily="34" charset="0"/>
                <a:ea typeface="Open Sans" panose="020B0606030504020204" pitchFamily="34" charset="0"/>
                <a:cs typeface="Open Sans" panose="020B0606030504020204" pitchFamily="34" charset="0"/>
              </a:defRPr>
            </a:lvl1pPr>
            <a:lvl2pPr marL="457200" indent="0">
              <a:buNone/>
              <a:defRPr sz="1800">
                <a:latin typeface="Open Sans" panose="020B0606030504020204" pitchFamily="34" charset="0"/>
                <a:ea typeface="Open Sans" panose="020B0606030504020204" pitchFamily="34" charset="0"/>
                <a:cs typeface="Open Sans" panose="020B0606030504020204" pitchFamily="34" charset="0"/>
              </a:defRPr>
            </a:lvl2pPr>
            <a:lvl3pPr marL="914400" indent="0">
              <a:buNone/>
              <a:defRPr sz="1600">
                <a:latin typeface="Open Sans" panose="020B0606030504020204" pitchFamily="34" charset="0"/>
                <a:ea typeface="Open Sans" panose="020B0606030504020204" pitchFamily="34" charset="0"/>
                <a:cs typeface="Open Sans" panose="020B0606030504020204" pitchFamily="34" charset="0"/>
              </a:defRPr>
            </a:lvl3pPr>
            <a:lvl4pPr marL="1371600" indent="0">
              <a:buNone/>
              <a:defRPr sz="1400">
                <a:latin typeface="Open Sans" panose="020B0606030504020204" pitchFamily="34" charset="0"/>
                <a:ea typeface="Open Sans" panose="020B0606030504020204" pitchFamily="34" charset="0"/>
                <a:cs typeface="Open Sans" panose="020B0606030504020204" pitchFamily="34" charset="0"/>
              </a:defRPr>
            </a:lvl4pPr>
            <a:lvl5pPr marL="1828800" indent="0">
              <a:buNone/>
              <a:defRPr sz="1200">
                <a:latin typeface="Open Sans" panose="020B0606030504020204" pitchFamily="34" charset="0"/>
                <a:ea typeface="Open Sans" panose="020B0606030504020204" pitchFamily="34" charset="0"/>
                <a:cs typeface="Open Sans" panose="020B0606030504020204" pitchFamily="34" charset="0"/>
              </a:defRPr>
            </a:lvl5pPr>
          </a:lstStyle>
          <a:p>
            <a:pPr lvl="0"/>
            <a:r>
              <a:rPr lang="en-US" dirty="0"/>
              <a:t>Click to edit the text</a:t>
            </a:r>
          </a:p>
        </p:txBody>
      </p:sp>
      <p:sp>
        <p:nvSpPr>
          <p:cNvPr id="39" name="TextBox 38"/>
          <p:cNvSpPr txBox="1"/>
          <p:nvPr userDrawn="1"/>
        </p:nvSpPr>
        <p:spPr>
          <a:xfrm>
            <a:off x="9486900" y="236808"/>
            <a:ext cx="2121626" cy="261610"/>
          </a:xfrm>
          <a:prstGeom prst="rect">
            <a:avLst/>
          </a:prstGeom>
          <a:noFill/>
        </p:spPr>
        <p:txBody>
          <a:bodyPr wrap="square" rtlCol="0">
            <a:spAutoFit/>
          </a:bodyPr>
          <a:lstStyle/>
          <a:p>
            <a:pPr algn="r"/>
            <a:r>
              <a:rPr lang="en-US" sz="1100" dirty="0">
                <a:latin typeface="Open Sans" panose="020B0606030504020204" pitchFamily="34" charset="0"/>
                <a:ea typeface="Open Sans" panose="020B0606030504020204" pitchFamily="34" charset="0"/>
                <a:cs typeface="Open Sans" panose="020B0606030504020204" pitchFamily="34" charset="0"/>
              </a:rPr>
              <a:t>SoftServe Confidential</a:t>
            </a:r>
          </a:p>
        </p:txBody>
      </p:sp>
    </p:spTree>
    <p:extLst>
      <p:ext uri="{BB962C8B-B14F-4D97-AF65-F5344CB8AC3E}">
        <p14:creationId xmlns:p14="http://schemas.microsoft.com/office/powerpoint/2010/main" val="98628255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PHOTO-RIGHT-DARK">
    <p:spTree>
      <p:nvGrpSpPr>
        <p:cNvPr id="1" name=""/>
        <p:cNvGrpSpPr/>
        <p:nvPr/>
      </p:nvGrpSpPr>
      <p:grpSpPr>
        <a:xfrm>
          <a:off x="0" y="0"/>
          <a:ext cx="0" cy="0"/>
          <a:chOff x="0" y="0"/>
          <a:chExt cx="0" cy="0"/>
        </a:xfrm>
      </p:grpSpPr>
      <p:sp>
        <p:nvSpPr>
          <p:cNvPr id="21" name="Title 1"/>
          <p:cNvSpPr>
            <a:spLocks noGrp="1"/>
          </p:cNvSpPr>
          <p:nvPr>
            <p:ph type="title" hasCustomPrompt="1"/>
          </p:nvPr>
        </p:nvSpPr>
        <p:spPr>
          <a:xfrm>
            <a:off x="685800" y="685801"/>
            <a:ext cx="10820400" cy="685800"/>
          </a:xfrm>
          <a:prstGeom prst="rect">
            <a:avLst/>
          </a:prstGeom>
        </p:spPr>
        <p:txBody>
          <a:bodyPr lIns="0"/>
          <a:lstStyle>
            <a:lvl1pPr>
              <a:defRPr baseline="0">
                <a:latin typeface="Proxima Nova Black" panose="02000506030000020004" pitchFamily="50" charset="0"/>
              </a:defRPr>
            </a:lvl1pPr>
          </a:lstStyle>
          <a:p>
            <a:r>
              <a:rPr lang="en-US" dirty="0"/>
              <a:t>TITLE TO BE CAPITALIZED</a:t>
            </a:r>
          </a:p>
        </p:txBody>
      </p:sp>
      <p:sp>
        <p:nvSpPr>
          <p:cNvPr id="19" name="Text Placeholder 6"/>
          <p:cNvSpPr>
            <a:spLocks noGrp="1"/>
          </p:cNvSpPr>
          <p:nvPr>
            <p:ph type="body" sz="quarter" idx="10" hasCustomPrompt="1"/>
          </p:nvPr>
        </p:nvSpPr>
        <p:spPr>
          <a:xfrm>
            <a:off x="685800" y="2057400"/>
            <a:ext cx="5295900" cy="3429000"/>
          </a:xfrm>
          <a:prstGeom prst="rect">
            <a:avLst/>
          </a:prstGeom>
        </p:spPr>
        <p:txBody>
          <a:bodyPr lIns="0"/>
          <a:lstStyle>
            <a:lvl1pPr marL="0" indent="0">
              <a:lnSpc>
                <a:spcPct val="100000"/>
              </a:lnSpc>
              <a:buNone/>
              <a:defRPr sz="2000">
                <a:latin typeface="Open Sans" panose="020B0606030504020204" pitchFamily="34" charset="0"/>
                <a:ea typeface="Open Sans" panose="020B0606030504020204" pitchFamily="34" charset="0"/>
                <a:cs typeface="Open Sans" panose="020B0606030504020204" pitchFamily="34" charset="0"/>
              </a:defRPr>
            </a:lvl1pPr>
            <a:lvl2pPr marL="457200" indent="0">
              <a:buNone/>
              <a:defRPr sz="1800">
                <a:latin typeface="Open Sans" panose="020B0606030504020204" pitchFamily="34" charset="0"/>
                <a:ea typeface="Open Sans" panose="020B0606030504020204" pitchFamily="34" charset="0"/>
                <a:cs typeface="Open Sans" panose="020B0606030504020204" pitchFamily="34" charset="0"/>
              </a:defRPr>
            </a:lvl2pPr>
            <a:lvl3pPr marL="914400" indent="0">
              <a:buNone/>
              <a:defRPr sz="1600">
                <a:latin typeface="Open Sans" panose="020B0606030504020204" pitchFamily="34" charset="0"/>
                <a:ea typeface="Open Sans" panose="020B0606030504020204" pitchFamily="34" charset="0"/>
                <a:cs typeface="Open Sans" panose="020B0606030504020204" pitchFamily="34" charset="0"/>
              </a:defRPr>
            </a:lvl3pPr>
            <a:lvl4pPr marL="1371600" indent="0">
              <a:buNone/>
              <a:defRPr sz="1400">
                <a:latin typeface="Open Sans" panose="020B0606030504020204" pitchFamily="34" charset="0"/>
                <a:ea typeface="Open Sans" panose="020B0606030504020204" pitchFamily="34" charset="0"/>
                <a:cs typeface="Open Sans" panose="020B0606030504020204" pitchFamily="34" charset="0"/>
              </a:defRPr>
            </a:lvl4pPr>
            <a:lvl5pPr marL="1828800" indent="0">
              <a:buNone/>
              <a:defRPr sz="1200">
                <a:latin typeface="Open Sans" panose="020B0606030504020204" pitchFamily="34" charset="0"/>
                <a:ea typeface="Open Sans" panose="020B0606030504020204" pitchFamily="34" charset="0"/>
                <a:cs typeface="Open Sans" panose="020B0606030504020204" pitchFamily="34" charset="0"/>
              </a:defRPr>
            </a:lvl5pPr>
          </a:lstStyle>
          <a:p>
            <a:pPr lvl="0"/>
            <a:r>
              <a:rPr lang="en-US" dirty="0"/>
              <a:t>Click to edit the text </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Picture Placeholder 2"/>
          <p:cNvSpPr>
            <a:spLocks noGrp="1"/>
          </p:cNvSpPr>
          <p:nvPr>
            <p:ph type="pic" sz="quarter" idx="11"/>
          </p:nvPr>
        </p:nvSpPr>
        <p:spPr>
          <a:xfrm>
            <a:off x="6219825" y="2057400"/>
            <a:ext cx="5286375" cy="3429000"/>
          </a:xfrm>
          <a:prstGeom prst="rect">
            <a:avLst/>
          </a:prstGeom>
        </p:spPr>
        <p:txBody>
          <a:bodyPr/>
          <a:lstStyle/>
          <a:p>
            <a:r>
              <a:rPr lang="en-US"/>
              <a:t>Click icon to add picture</a:t>
            </a:r>
          </a:p>
        </p:txBody>
      </p:sp>
      <p:sp>
        <p:nvSpPr>
          <p:cNvPr id="22" name="TextBox 21"/>
          <p:cNvSpPr txBox="1"/>
          <p:nvPr userDrawn="1"/>
        </p:nvSpPr>
        <p:spPr>
          <a:xfrm>
            <a:off x="9486900" y="236808"/>
            <a:ext cx="2121626" cy="261610"/>
          </a:xfrm>
          <a:prstGeom prst="rect">
            <a:avLst/>
          </a:prstGeom>
          <a:noFill/>
        </p:spPr>
        <p:txBody>
          <a:bodyPr wrap="square" rtlCol="0">
            <a:spAutoFit/>
          </a:bodyPr>
          <a:lstStyle/>
          <a:p>
            <a:pPr algn="r"/>
            <a:r>
              <a:rPr lang="en-US" sz="1100" dirty="0">
                <a:latin typeface="Open Sans" panose="020B0606030504020204" pitchFamily="34" charset="0"/>
                <a:ea typeface="Open Sans" panose="020B0606030504020204" pitchFamily="34" charset="0"/>
                <a:cs typeface="Open Sans" panose="020B0606030504020204" pitchFamily="34" charset="0"/>
              </a:rPr>
              <a:t>SoftServe Confidential</a:t>
            </a:r>
          </a:p>
        </p:txBody>
      </p:sp>
    </p:spTree>
    <p:extLst>
      <p:ext uri="{BB962C8B-B14F-4D97-AF65-F5344CB8AC3E}">
        <p14:creationId xmlns:p14="http://schemas.microsoft.com/office/powerpoint/2010/main" val="353376795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userDrawn="1">
  <p:cSld name="WIDE-PHOTOT-DARK">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685800" y="685801"/>
            <a:ext cx="10820400" cy="685800"/>
          </a:xfrm>
          <a:prstGeom prst="rect">
            <a:avLst/>
          </a:prstGeom>
        </p:spPr>
        <p:txBody>
          <a:bodyPr lIns="0"/>
          <a:lstStyle>
            <a:lvl1pPr>
              <a:defRPr baseline="0">
                <a:latin typeface="Proxima Nova Black" panose="02000506030000020004" pitchFamily="50" charset="0"/>
              </a:defRPr>
            </a:lvl1pPr>
          </a:lstStyle>
          <a:p>
            <a:r>
              <a:rPr lang="en-US" dirty="0"/>
              <a:t>CLICK TO EDIT THE TITLE</a:t>
            </a:r>
          </a:p>
        </p:txBody>
      </p:sp>
      <p:sp>
        <p:nvSpPr>
          <p:cNvPr id="4" name="Picture Placeholder 3"/>
          <p:cNvSpPr>
            <a:spLocks noGrp="1"/>
          </p:cNvSpPr>
          <p:nvPr>
            <p:ph type="pic" sz="quarter" idx="10"/>
          </p:nvPr>
        </p:nvSpPr>
        <p:spPr>
          <a:xfrm>
            <a:off x="0" y="2057400"/>
            <a:ext cx="12192000" cy="4800600"/>
          </a:xfrm>
          <a:prstGeom prst="rect">
            <a:avLst/>
          </a:prstGeom>
        </p:spPr>
        <p:txBody>
          <a:bodyPr/>
          <a:lstStyle/>
          <a:p>
            <a:r>
              <a:rPr lang="en-US"/>
              <a:t>Click icon to add picture</a:t>
            </a:r>
          </a:p>
        </p:txBody>
      </p:sp>
      <p:sp>
        <p:nvSpPr>
          <p:cNvPr id="8" name="TextBox 7"/>
          <p:cNvSpPr txBox="1"/>
          <p:nvPr userDrawn="1"/>
        </p:nvSpPr>
        <p:spPr>
          <a:xfrm>
            <a:off x="9486900" y="236808"/>
            <a:ext cx="2121626" cy="261610"/>
          </a:xfrm>
          <a:prstGeom prst="rect">
            <a:avLst/>
          </a:prstGeom>
          <a:noFill/>
        </p:spPr>
        <p:txBody>
          <a:bodyPr wrap="square" rtlCol="0">
            <a:spAutoFit/>
          </a:bodyPr>
          <a:lstStyle/>
          <a:p>
            <a:pPr algn="r"/>
            <a:r>
              <a:rPr lang="en-US" sz="1100" dirty="0">
                <a:latin typeface="Open Sans" panose="020B0606030504020204" pitchFamily="34" charset="0"/>
                <a:ea typeface="Open Sans" panose="020B0606030504020204" pitchFamily="34" charset="0"/>
                <a:cs typeface="Open Sans" panose="020B0606030504020204" pitchFamily="34" charset="0"/>
              </a:rPr>
              <a:t>SoftServe Confidential</a:t>
            </a:r>
          </a:p>
        </p:txBody>
      </p:sp>
    </p:spTree>
    <p:extLst>
      <p:ext uri="{BB962C8B-B14F-4D97-AF65-F5344CB8AC3E}">
        <p14:creationId xmlns:p14="http://schemas.microsoft.com/office/powerpoint/2010/main" val="212739608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PHOTO-LEFT-DARK">
    <p:spTree>
      <p:nvGrpSpPr>
        <p:cNvPr id="1" name=""/>
        <p:cNvGrpSpPr/>
        <p:nvPr/>
      </p:nvGrpSpPr>
      <p:grpSpPr>
        <a:xfrm>
          <a:off x="0" y="0"/>
          <a:ext cx="0" cy="0"/>
          <a:chOff x="0" y="0"/>
          <a:chExt cx="0" cy="0"/>
        </a:xfrm>
      </p:grpSpPr>
      <p:sp>
        <p:nvSpPr>
          <p:cNvPr id="5" name="Text Placeholder 6"/>
          <p:cNvSpPr>
            <a:spLocks noGrp="1"/>
          </p:cNvSpPr>
          <p:nvPr>
            <p:ph type="body" sz="quarter" idx="12" hasCustomPrompt="1"/>
          </p:nvPr>
        </p:nvSpPr>
        <p:spPr>
          <a:xfrm>
            <a:off x="6210300" y="2743200"/>
            <a:ext cx="5295900" cy="2743200"/>
          </a:xfrm>
          <a:prstGeom prst="rect">
            <a:avLst/>
          </a:prstGeom>
        </p:spPr>
        <p:txBody>
          <a:bodyPr lIns="0"/>
          <a:lstStyle>
            <a:lvl1pPr marL="0" indent="0">
              <a:lnSpc>
                <a:spcPct val="100000"/>
              </a:lnSpc>
              <a:buNone/>
              <a:defRPr sz="2000">
                <a:latin typeface="Open Sans" panose="020B0606030504020204" pitchFamily="34" charset="0"/>
                <a:ea typeface="Open Sans" panose="020B0606030504020204" pitchFamily="34" charset="0"/>
                <a:cs typeface="Open Sans" panose="020B0606030504020204" pitchFamily="34" charset="0"/>
              </a:defRPr>
            </a:lvl1pPr>
            <a:lvl2pPr marL="457200" indent="0">
              <a:buNone/>
              <a:defRPr sz="1800">
                <a:latin typeface="Open Sans" panose="020B0606030504020204" pitchFamily="34" charset="0"/>
                <a:ea typeface="Open Sans" panose="020B0606030504020204" pitchFamily="34" charset="0"/>
                <a:cs typeface="Open Sans" panose="020B0606030504020204" pitchFamily="34" charset="0"/>
              </a:defRPr>
            </a:lvl2pPr>
            <a:lvl3pPr marL="914400" indent="0">
              <a:buNone/>
              <a:defRPr sz="1600">
                <a:latin typeface="Open Sans" panose="020B0606030504020204" pitchFamily="34" charset="0"/>
                <a:ea typeface="Open Sans" panose="020B0606030504020204" pitchFamily="34" charset="0"/>
                <a:cs typeface="Open Sans" panose="020B0606030504020204" pitchFamily="34" charset="0"/>
              </a:defRPr>
            </a:lvl3pPr>
            <a:lvl4pPr marL="1371600" indent="0">
              <a:buNone/>
              <a:defRPr sz="1400">
                <a:latin typeface="Open Sans" panose="020B0606030504020204" pitchFamily="34" charset="0"/>
                <a:ea typeface="Open Sans" panose="020B0606030504020204" pitchFamily="34" charset="0"/>
                <a:cs typeface="Open Sans" panose="020B0606030504020204" pitchFamily="34" charset="0"/>
              </a:defRPr>
            </a:lvl4pPr>
            <a:lvl5pPr marL="1828800" indent="0">
              <a:buNone/>
              <a:defRPr sz="1200">
                <a:latin typeface="Open Sans" panose="020B0606030504020204" pitchFamily="34" charset="0"/>
                <a:ea typeface="Open Sans" panose="020B0606030504020204" pitchFamily="34" charset="0"/>
                <a:cs typeface="Open Sans" panose="020B0606030504020204" pitchFamily="34" charset="0"/>
              </a:defRPr>
            </a:lvl5pPr>
          </a:lstStyle>
          <a:p>
            <a:pPr lvl="0"/>
            <a:r>
              <a:rPr lang="en-US" dirty="0"/>
              <a:t>Click to edit the text </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Title 2"/>
          <p:cNvSpPr>
            <a:spLocks noGrp="1"/>
          </p:cNvSpPr>
          <p:nvPr>
            <p:ph type="title" hasCustomPrompt="1"/>
          </p:nvPr>
        </p:nvSpPr>
        <p:spPr>
          <a:xfrm>
            <a:off x="6210300" y="1371601"/>
            <a:ext cx="5295900" cy="1371600"/>
          </a:xfrm>
          <a:prstGeom prst="rect">
            <a:avLst/>
          </a:prstGeom>
        </p:spPr>
        <p:txBody>
          <a:bodyPr lIns="0"/>
          <a:lstStyle>
            <a:lvl1pPr>
              <a:lnSpc>
                <a:spcPct val="80000"/>
              </a:lnSpc>
              <a:defRPr baseline="0">
                <a:latin typeface="Proxima Nova Black" panose="02000506030000020004" pitchFamily="50" charset="0"/>
              </a:defRPr>
            </a:lvl1pPr>
          </a:lstStyle>
          <a:p>
            <a:r>
              <a:rPr lang="en-US" dirty="0"/>
              <a:t>TITLE TO BE CAPITALIZED</a:t>
            </a:r>
          </a:p>
        </p:txBody>
      </p:sp>
      <p:sp>
        <p:nvSpPr>
          <p:cNvPr id="4" name="Picture Placeholder 3"/>
          <p:cNvSpPr>
            <a:spLocks noGrp="1"/>
          </p:cNvSpPr>
          <p:nvPr>
            <p:ph type="pic" sz="quarter" idx="13"/>
          </p:nvPr>
        </p:nvSpPr>
        <p:spPr>
          <a:xfrm>
            <a:off x="0" y="0"/>
            <a:ext cx="5295900" cy="6858000"/>
          </a:xfrm>
          <a:prstGeom prst="rect">
            <a:avLst/>
          </a:prstGeom>
        </p:spPr>
        <p:txBody>
          <a:bodyPr/>
          <a:lstStyle/>
          <a:p>
            <a:r>
              <a:rPr lang="en-US"/>
              <a:t>Click icon to add picture</a:t>
            </a:r>
          </a:p>
        </p:txBody>
      </p:sp>
      <p:sp>
        <p:nvSpPr>
          <p:cNvPr id="7" name="TextBox 6"/>
          <p:cNvSpPr txBox="1"/>
          <p:nvPr userDrawn="1"/>
        </p:nvSpPr>
        <p:spPr>
          <a:xfrm>
            <a:off x="9486900" y="236808"/>
            <a:ext cx="2121626" cy="261610"/>
          </a:xfrm>
          <a:prstGeom prst="rect">
            <a:avLst/>
          </a:prstGeom>
          <a:noFill/>
        </p:spPr>
        <p:txBody>
          <a:bodyPr wrap="square" rtlCol="0">
            <a:spAutoFit/>
          </a:bodyPr>
          <a:lstStyle/>
          <a:p>
            <a:pPr algn="r"/>
            <a:r>
              <a:rPr lang="en-US" sz="1100" dirty="0">
                <a:latin typeface="Open Sans" panose="020B0606030504020204" pitchFamily="34" charset="0"/>
                <a:ea typeface="Open Sans" panose="020B0606030504020204" pitchFamily="34" charset="0"/>
                <a:cs typeface="Open Sans" panose="020B0606030504020204" pitchFamily="34" charset="0"/>
              </a:rPr>
              <a:t>SoftServe Confidential</a:t>
            </a:r>
          </a:p>
        </p:txBody>
      </p:sp>
    </p:spTree>
    <p:extLst>
      <p:ext uri="{BB962C8B-B14F-4D97-AF65-F5344CB8AC3E}">
        <p14:creationId xmlns:p14="http://schemas.microsoft.com/office/powerpoint/2010/main" val="380202583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DESCRIPTION-PHOTO-RIGHT-DARK">
    <p:spTree>
      <p:nvGrpSpPr>
        <p:cNvPr id="1" name=""/>
        <p:cNvGrpSpPr/>
        <p:nvPr/>
      </p:nvGrpSpPr>
      <p:grpSpPr>
        <a:xfrm>
          <a:off x="0" y="0"/>
          <a:ext cx="0" cy="0"/>
          <a:chOff x="0" y="0"/>
          <a:chExt cx="0" cy="0"/>
        </a:xfrm>
      </p:grpSpPr>
      <p:sp>
        <p:nvSpPr>
          <p:cNvPr id="3" name="Title 2"/>
          <p:cNvSpPr>
            <a:spLocks noGrp="1"/>
          </p:cNvSpPr>
          <p:nvPr>
            <p:ph type="title" hasCustomPrompt="1"/>
          </p:nvPr>
        </p:nvSpPr>
        <p:spPr>
          <a:xfrm>
            <a:off x="685800" y="1382486"/>
            <a:ext cx="3467100" cy="1913709"/>
          </a:xfrm>
          <a:prstGeom prst="rect">
            <a:avLst/>
          </a:prstGeom>
        </p:spPr>
        <p:txBody>
          <a:bodyPr lIns="0"/>
          <a:lstStyle>
            <a:lvl1pPr>
              <a:lnSpc>
                <a:spcPct val="80000"/>
              </a:lnSpc>
              <a:defRPr baseline="0">
                <a:latin typeface="Proxima Nova Black" panose="02000506030000020004" pitchFamily="50" charset="0"/>
              </a:defRPr>
            </a:lvl1pPr>
          </a:lstStyle>
          <a:p>
            <a:r>
              <a:rPr lang="en-US" dirty="0"/>
              <a:t>TITLE TO</a:t>
            </a:r>
            <a:br>
              <a:rPr lang="uk-UA" dirty="0"/>
            </a:br>
            <a:r>
              <a:rPr lang="en-US" dirty="0"/>
              <a:t>BE</a:t>
            </a:r>
            <a:r>
              <a:rPr lang="uk-UA" dirty="0"/>
              <a:t> С</a:t>
            </a:r>
            <a:r>
              <a:rPr lang="en-US" dirty="0"/>
              <a:t>APITA</a:t>
            </a:r>
            <a:br>
              <a:rPr lang="uk-UA" dirty="0"/>
            </a:br>
            <a:r>
              <a:rPr lang="en-US" dirty="0"/>
              <a:t>LIZED</a:t>
            </a:r>
          </a:p>
        </p:txBody>
      </p:sp>
      <p:sp>
        <p:nvSpPr>
          <p:cNvPr id="9" name="TextBox 8"/>
          <p:cNvSpPr txBox="1"/>
          <p:nvPr userDrawn="1"/>
        </p:nvSpPr>
        <p:spPr>
          <a:xfrm>
            <a:off x="9486900" y="236808"/>
            <a:ext cx="2121626" cy="261610"/>
          </a:xfrm>
          <a:prstGeom prst="rect">
            <a:avLst/>
          </a:prstGeom>
          <a:noFill/>
        </p:spPr>
        <p:txBody>
          <a:bodyPr wrap="square" rtlCol="0">
            <a:spAutoFit/>
          </a:bodyPr>
          <a:lstStyle/>
          <a:p>
            <a:pPr algn="r"/>
            <a:r>
              <a:rPr lang="en-US" sz="1100" dirty="0">
                <a:latin typeface="Open Sans" panose="020B0606030504020204" pitchFamily="34" charset="0"/>
                <a:ea typeface="Open Sans" panose="020B0606030504020204" pitchFamily="34" charset="0"/>
                <a:cs typeface="Open Sans" panose="020B0606030504020204" pitchFamily="34" charset="0"/>
              </a:rPr>
              <a:t>SoftServe Confidential</a:t>
            </a:r>
          </a:p>
        </p:txBody>
      </p:sp>
      <p:sp>
        <p:nvSpPr>
          <p:cNvPr id="4" name="Picture Placeholder 3"/>
          <p:cNvSpPr>
            <a:spLocks noGrp="1"/>
          </p:cNvSpPr>
          <p:nvPr>
            <p:ph type="pic" sz="quarter" idx="14"/>
          </p:nvPr>
        </p:nvSpPr>
        <p:spPr>
          <a:xfrm>
            <a:off x="4381500" y="1371600"/>
            <a:ext cx="7124700" cy="4114800"/>
          </a:xfrm>
          <a:prstGeom prst="rect">
            <a:avLst/>
          </a:prstGeom>
        </p:spPr>
        <p:txBody>
          <a:bodyPr/>
          <a:lstStyle/>
          <a:p>
            <a:r>
              <a:rPr lang="en-US"/>
              <a:t>Click icon to add picture</a:t>
            </a:r>
          </a:p>
        </p:txBody>
      </p:sp>
      <p:sp>
        <p:nvSpPr>
          <p:cNvPr id="10" name="Text Placeholder 6"/>
          <p:cNvSpPr>
            <a:spLocks noGrp="1"/>
          </p:cNvSpPr>
          <p:nvPr>
            <p:ph type="body" sz="quarter" idx="12" hasCustomPrompt="1"/>
          </p:nvPr>
        </p:nvSpPr>
        <p:spPr>
          <a:xfrm>
            <a:off x="685800" y="3429000"/>
            <a:ext cx="3467100" cy="2057400"/>
          </a:xfrm>
          <a:prstGeom prst="rect">
            <a:avLst/>
          </a:prstGeom>
        </p:spPr>
        <p:txBody>
          <a:bodyPr lIns="0"/>
          <a:lstStyle>
            <a:lvl1pPr marL="0" indent="0">
              <a:lnSpc>
                <a:spcPct val="100000"/>
              </a:lnSpc>
              <a:buNone/>
              <a:defRPr sz="1400">
                <a:latin typeface="Open Sans" panose="020B0606030504020204" pitchFamily="34" charset="0"/>
                <a:ea typeface="Open Sans" panose="020B0606030504020204" pitchFamily="34" charset="0"/>
                <a:cs typeface="Open Sans" panose="020B0606030504020204" pitchFamily="34" charset="0"/>
              </a:defRPr>
            </a:lvl1pPr>
            <a:lvl2pPr marL="457200" indent="0">
              <a:buNone/>
              <a:defRPr sz="1800">
                <a:latin typeface="Open Sans" panose="020B0606030504020204" pitchFamily="34" charset="0"/>
                <a:ea typeface="Open Sans" panose="020B0606030504020204" pitchFamily="34" charset="0"/>
                <a:cs typeface="Open Sans" panose="020B0606030504020204" pitchFamily="34" charset="0"/>
              </a:defRPr>
            </a:lvl2pPr>
            <a:lvl3pPr marL="914400" indent="0">
              <a:buNone/>
              <a:defRPr sz="1600">
                <a:latin typeface="Open Sans" panose="020B0606030504020204" pitchFamily="34" charset="0"/>
                <a:ea typeface="Open Sans" panose="020B0606030504020204" pitchFamily="34" charset="0"/>
                <a:cs typeface="Open Sans" panose="020B0606030504020204" pitchFamily="34" charset="0"/>
              </a:defRPr>
            </a:lvl3pPr>
            <a:lvl4pPr marL="1371600" indent="0">
              <a:buNone/>
              <a:defRPr sz="1400">
                <a:latin typeface="Open Sans" panose="020B0606030504020204" pitchFamily="34" charset="0"/>
                <a:ea typeface="Open Sans" panose="020B0606030504020204" pitchFamily="34" charset="0"/>
                <a:cs typeface="Open Sans" panose="020B0606030504020204" pitchFamily="34" charset="0"/>
              </a:defRPr>
            </a:lvl4pPr>
            <a:lvl5pPr marL="1828800" indent="0">
              <a:buNone/>
              <a:defRPr sz="1200">
                <a:latin typeface="Open Sans" panose="020B0606030504020204" pitchFamily="34" charset="0"/>
                <a:ea typeface="Open Sans" panose="020B0606030504020204" pitchFamily="34" charset="0"/>
                <a:cs typeface="Open Sans" panose="020B0606030504020204" pitchFamily="34" charset="0"/>
              </a:defRPr>
            </a:lvl5pPr>
          </a:lstStyle>
          <a:p>
            <a:pPr lvl="0"/>
            <a:r>
              <a:rPr lang="en-US" dirty="0"/>
              <a:t>Click to edit the text </a:t>
            </a:r>
          </a:p>
        </p:txBody>
      </p:sp>
    </p:spTree>
    <p:extLst>
      <p:ext uri="{BB962C8B-B14F-4D97-AF65-F5344CB8AC3E}">
        <p14:creationId xmlns:p14="http://schemas.microsoft.com/office/powerpoint/2010/main" val="373451496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WIDE-CHART-DARK">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685800" y="685801"/>
            <a:ext cx="10820400" cy="685800"/>
          </a:xfrm>
          <a:prstGeom prst="rect">
            <a:avLst/>
          </a:prstGeom>
        </p:spPr>
        <p:txBody>
          <a:bodyPr lIns="0"/>
          <a:lstStyle>
            <a:lvl1pPr>
              <a:defRPr baseline="0">
                <a:latin typeface="Proxima Nova Black" panose="02000506030000020004" pitchFamily="50" charset="0"/>
              </a:defRPr>
            </a:lvl1pPr>
          </a:lstStyle>
          <a:p>
            <a:r>
              <a:rPr lang="en-US" dirty="0"/>
              <a:t>TITLE TO BE CAPITALIZED</a:t>
            </a:r>
          </a:p>
        </p:txBody>
      </p:sp>
      <p:sp>
        <p:nvSpPr>
          <p:cNvPr id="8" name="TextBox 7"/>
          <p:cNvSpPr txBox="1"/>
          <p:nvPr userDrawn="1"/>
        </p:nvSpPr>
        <p:spPr>
          <a:xfrm>
            <a:off x="9486900" y="236808"/>
            <a:ext cx="2121626" cy="261610"/>
          </a:xfrm>
          <a:prstGeom prst="rect">
            <a:avLst/>
          </a:prstGeom>
          <a:noFill/>
        </p:spPr>
        <p:txBody>
          <a:bodyPr wrap="square" rtlCol="0">
            <a:spAutoFit/>
          </a:bodyPr>
          <a:lstStyle/>
          <a:p>
            <a:pPr algn="r"/>
            <a:r>
              <a:rPr lang="en-US" sz="1100" dirty="0">
                <a:latin typeface="Open Sans" panose="020B0606030504020204" pitchFamily="34" charset="0"/>
                <a:ea typeface="Open Sans" panose="020B0606030504020204" pitchFamily="34" charset="0"/>
                <a:cs typeface="Open Sans" panose="020B0606030504020204" pitchFamily="34" charset="0"/>
              </a:rPr>
              <a:t>SoftServe Confidential</a:t>
            </a:r>
          </a:p>
        </p:txBody>
      </p:sp>
      <p:sp>
        <p:nvSpPr>
          <p:cNvPr id="5" name="Chart Placeholder 4"/>
          <p:cNvSpPr>
            <a:spLocks noGrp="1"/>
          </p:cNvSpPr>
          <p:nvPr>
            <p:ph type="chart" sz="quarter" idx="11"/>
          </p:nvPr>
        </p:nvSpPr>
        <p:spPr>
          <a:xfrm>
            <a:off x="685800" y="2057400"/>
            <a:ext cx="10820400" cy="3429000"/>
          </a:xfrm>
          <a:prstGeom prst="rect">
            <a:avLst/>
          </a:prstGeom>
        </p:spPr>
        <p:txBody>
          <a:bodyPr/>
          <a:lstStyle/>
          <a:p>
            <a:r>
              <a:rPr lang="en-US"/>
              <a:t>Click icon to add chart</a:t>
            </a:r>
          </a:p>
        </p:txBody>
      </p:sp>
    </p:spTree>
    <p:extLst>
      <p:ext uri="{BB962C8B-B14F-4D97-AF65-F5344CB8AC3E}">
        <p14:creationId xmlns:p14="http://schemas.microsoft.com/office/powerpoint/2010/main" val="168543594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CHART-LEFT-DARK">
    <p:spTree>
      <p:nvGrpSpPr>
        <p:cNvPr id="1" name=""/>
        <p:cNvGrpSpPr/>
        <p:nvPr/>
      </p:nvGrpSpPr>
      <p:grpSpPr>
        <a:xfrm>
          <a:off x="0" y="0"/>
          <a:ext cx="0" cy="0"/>
          <a:chOff x="0" y="0"/>
          <a:chExt cx="0" cy="0"/>
        </a:xfrm>
      </p:grpSpPr>
      <p:sp>
        <p:nvSpPr>
          <p:cNvPr id="3" name="Title 2"/>
          <p:cNvSpPr>
            <a:spLocks noGrp="1"/>
          </p:cNvSpPr>
          <p:nvPr>
            <p:ph type="title" hasCustomPrompt="1"/>
          </p:nvPr>
        </p:nvSpPr>
        <p:spPr>
          <a:xfrm>
            <a:off x="685800" y="1382486"/>
            <a:ext cx="3467100" cy="1913709"/>
          </a:xfrm>
          <a:prstGeom prst="rect">
            <a:avLst/>
          </a:prstGeom>
        </p:spPr>
        <p:txBody>
          <a:bodyPr lIns="0"/>
          <a:lstStyle>
            <a:lvl1pPr>
              <a:lnSpc>
                <a:spcPct val="80000"/>
              </a:lnSpc>
              <a:defRPr baseline="0">
                <a:latin typeface="Proxima Nova Black" panose="02000506030000020004" pitchFamily="50" charset="0"/>
              </a:defRPr>
            </a:lvl1pPr>
          </a:lstStyle>
          <a:p>
            <a:r>
              <a:rPr lang="en-US" dirty="0"/>
              <a:t>TITLE TO</a:t>
            </a:r>
            <a:br>
              <a:rPr lang="uk-UA" dirty="0"/>
            </a:br>
            <a:r>
              <a:rPr lang="en-US" dirty="0"/>
              <a:t>BE CAPITA</a:t>
            </a:r>
            <a:br>
              <a:rPr lang="uk-UA" dirty="0"/>
            </a:br>
            <a:r>
              <a:rPr lang="en-US" dirty="0"/>
              <a:t>LIZED</a:t>
            </a:r>
          </a:p>
        </p:txBody>
      </p:sp>
      <p:sp>
        <p:nvSpPr>
          <p:cNvPr id="9" name="TextBox 8"/>
          <p:cNvSpPr txBox="1"/>
          <p:nvPr userDrawn="1"/>
        </p:nvSpPr>
        <p:spPr>
          <a:xfrm>
            <a:off x="9486900" y="236808"/>
            <a:ext cx="2121626" cy="261610"/>
          </a:xfrm>
          <a:prstGeom prst="rect">
            <a:avLst/>
          </a:prstGeom>
          <a:noFill/>
        </p:spPr>
        <p:txBody>
          <a:bodyPr wrap="square" rtlCol="0">
            <a:spAutoFit/>
          </a:bodyPr>
          <a:lstStyle/>
          <a:p>
            <a:pPr algn="r"/>
            <a:r>
              <a:rPr lang="en-US" sz="1100" dirty="0">
                <a:latin typeface="Open Sans" panose="020B0606030504020204" pitchFamily="34" charset="0"/>
                <a:ea typeface="Open Sans" panose="020B0606030504020204" pitchFamily="34" charset="0"/>
                <a:cs typeface="Open Sans" panose="020B0606030504020204" pitchFamily="34" charset="0"/>
              </a:rPr>
              <a:t>SoftServe Confidential</a:t>
            </a:r>
          </a:p>
        </p:txBody>
      </p:sp>
      <p:sp>
        <p:nvSpPr>
          <p:cNvPr id="10" name="Text Placeholder 6"/>
          <p:cNvSpPr>
            <a:spLocks noGrp="1"/>
          </p:cNvSpPr>
          <p:nvPr>
            <p:ph type="body" sz="quarter" idx="12" hasCustomPrompt="1"/>
          </p:nvPr>
        </p:nvSpPr>
        <p:spPr>
          <a:xfrm>
            <a:off x="685800" y="3429000"/>
            <a:ext cx="3467100" cy="2057400"/>
          </a:xfrm>
          <a:prstGeom prst="rect">
            <a:avLst/>
          </a:prstGeom>
        </p:spPr>
        <p:txBody>
          <a:bodyPr lIns="0"/>
          <a:lstStyle>
            <a:lvl1pPr marL="0" indent="0">
              <a:lnSpc>
                <a:spcPct val="100000"/>
              </a:lnSpc>
              <a:buNone/>
              <a:defRPr sz="1400">
                <a:latin typeface="Open Sans" panose="020B0606030504020204" pitchFamily="34" charset="0"/>
                <a:ea typeface="Open Sans" panose="020B0606030504020204" pitchFamily="34" charset="0"/>
                <a:cs typeface="Open Sans" panose="020B0606030504020204" pitchFamily="34" charset="0"/>
              </a:defRPr>
            </a:lvl1pPr>
            <a:lvl2pPr marL="457200" indent="0">
              <a:buNone/>
              <a:defRPr sz="1800">
                <a:latin typeface="Open Sans" panose="020B0606030504020204" pitchFamily="34" charset="0"/>
                <a:ea typeface="Open Sans" panose="020B0606030504020204" pitchFamily="34" charset="0"/>
                <a:cs typeface="Open Sans" panose="020B0606030504020204" pitchFamily="34" charset="0"/>
              </a:defRPr>
            </a:lvl2pPr>
            <a:lvl3pPr marL="914400" indent="0">
              <a:buNone/>
              <a:defRPr sz="1600">
                <a:latin typeface="Open Sans" panose="020B0606030504020204" pitchFamily="34" charset="0"/>
                <a:ea typeface="Open Sans" panose="020B0606030504020204" pitchFamily="34" charset="0"/>
                <a:cs typeface="Open Sans" panose="020B0606030504020204" pitchFamily="34" charset="0"/>
              </a:defRPr>
            </a:lvl3pPr>
            <a:lvl4pPr marL="1371600" indent="0">
              <a:buNone/>
              <a:defRPr sz="1400">
                <a:latin typeface="Open Sans" panose="020B0606030504020204" pitchFamily="34" charset="0"/>
                <a:ea typeface="Open Sans" panose="020B0606030504020204" pitchFamily="34" charset="0"/>
                <a:cs typeface="Open Sans" panose="020B0606030504020204" pitchFamily="34" charset="0"/>
              </a:defRPr>
            </a:lvl4pPr>
            <a:lvl5pPr marL="1828800" indent="0">
              <a:buNone/>
              <a:defRPr sz="1200">
                <a:latin typeface="Open Sans" panose="020B0606030504020204" pitchFamily="34" charset="0"/>
                <a:ea typeface="Open Sans" panose="020B0606030504020204" pitchFamily="34" charset="0"/>
                <a:cs typeface="Open Sans" panose="020B0606030504020204" pitchFamily="34" charset="0"/>
              </a:defRPr>
            </a:lvl5pPr>
          </a:lstStyle>
          <a:p>
            <a:pPr lvl="0"/>
            <a:r>
              <a:rPr lang="en-US" dirty="0"/>
              <a:t>Click to edit the text </a:t>
            </a:r>
          </a:p>
        </p:txBody>
      </p:sp>
      <p:sp>
        <p:nvSpPr>
          <p:cNvPr id="5" name="Chart Placeholder 4"/>
          <p:cNvSpPr>
            <a:spLocks noGrp="1"/>
          </p:cNvSpPr>
          <p:nvPr>
            <p:ph type="chart" sz="quarter" idx="13"/>
          </p:nvPr>
        </p:nvSpPr>
        <p:spPr>
          <a:xfrm>
            <a:off x="4381500" y="1371600"/>
            <a:ext cx="7124700" cy="4114800"/>
          </a:xfrm>
          <a:prstGeom prst="rect">
            <a:avLst/>
          </a:prstGeom>
        </p:spPr>
        <p:txBody>
          <a:bodyPr/>
          <a:lstStyle/>
          <a:p>
            <a:r>
              <a:rPr lang="en-US"/>
              <a:t>Click icon to add chart</a:t>
            </a:r>
          </a:p>
        </p:txBody>
      </p:sp>
    </p:spTree>
    <p:extLst>
      <p:ext uri="{BB962C8B-B14F-4D97-AF65-F5344CB8AC3E}">
        <p14:creationId xmlns:p14="http://schemas.microsoft.com/office/powerpoint/2010/main" val="402253963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ITLE-SLIDE-LIGHT-1">
    <p:spTree>
      <p:nvGrpSpPr>
        <p:cNvPr id="1" name=""/>
        <p:cNvGrpSpPr/>
        <p:nvPr/>
      </p:nvGrpSpPr>
      <p:grpSpPr>
        <a:xfrm>
          <a:off x="0" y="0"/>
          <a:ext cx="0" cy="0"/>
          <a:chOff x="0" y="0"/>
          <a:chExt cx="0" cy="0"/>
        </a:xfrm>
      </p:grpSpPr>
      <p:sp>
        <p:nvSpPr>
          <p:cNvPr id="9" name="Title 8"/>
          <p:cNvSpPr>
            <a:spLocks noGrp="1"/>
          </p:cNvSpPr>
          <p:nvPr>
            <p:ph type="title" hasCustomPrompt="1"/>
          </p:nvPr>
        </p:nvSpPr>
        <p:spPr>
          <a:xfrm>
            <a:off x="-208308" y="174928"/>
            <a:ext cx="12390783" cy="6683071"/>
          </a:xfrm>
          <a:prstGeom prst="rect">
            <a:avLst/>
          </a:prstGeom>
        </p:spPr>
        <p:txBody>
          <a:bodyPr anchor="t">
            <a:noAutofit/>
          </a:bodyPr>
          <a:lstStyle>
            <a:lvl1pPr>
              <a:lnSpc>
                <a:spcPts val="11000"/>
              </a:lnSpc>
              <a:defRPr sz="15000">
                <a:latin typeface="Proxima Nova Black" panose="02000506030000020004" pitchFamily="50" charset="0"/>
              </a:defRPr>
            </a:lvl1pPr>
          </a:lstStyle>
          <a:p>
            <a:r>
              <a:rPr lang="en-US" dirty="0"/>
              <a:t>TITLE</a:t>
            </a:r>
            <a:br>
              <a:rPr lang="uk-UA" dirty="0"/>
            </a:br>
            <a:r>
              <a:rPr lang="en-US" dirty="0"/>
              <a:t>TO</a:t>
            </a:r>
            <a:r>
              <a:rPr lang="uk-UA" dirty="0"/>
              <a:t> </a:t>
            </a:r>
            <a:r>
              <a:rPr lang="en-US" dirty="0"/>
              <a:t>BE</a:t>
            </a:r>
            <a:r>
              <a:rPr lang="uk-UA" dirty="0"/>
              <a:t> </a:t>
            </a:r>
            <a:r>
              <a:rPr lang="en-US" dirty="0"/>
              <a:t>CAPI</a:t>
            </a:r>
            <a:br>
              <a:rPr lang="uk-UA" dirty="0"/>
            </a:br>
            <a:r>
              <a:rPr lang="en-US" dirty="0"/>
              <a:t>TALIZED</a:t>
            </a:r>
          </a:p>
        </p:txBody>
      </p:sp>
      <p:sp>
        <p:nvSpPr>
          <p:cNvPr id="20" name="Text Placeholder 19"/>
          <p:cNvSpPr>
            <a:spLocks noGrp="1"/>
          </p:cNvSpPr>
          <p:nvPr>
            <p:ph type="body" sz="quarter" idx="10" hasCustomPrompt="1"/>
          </p:nvPr>
        </p:nvSpPr>
        <p:spPr>
          <a:xfrm>
            <a:off x="685800" y="5915025"/>
            <a:ext cx="3467100" cy="295275"/>
          </a:xfrm>
          <a:prstGeom prst="rect">
            <a:avLst/>
          </a:prstGeom>
        </p:spPr>
        <p:txBody>
          <a:bodyPr lIns="0"/>
          <a:lstStyle>
            <a:lvl1pPr marL="0" indent="0">
              <a:buNone/>
              <a:defRPr sz="2000" baseline="0">
                <a:latin typeface="Open Sans" panose="020B0606030504020204" pitchFamily="34" charset="0"/>
                <a:ea typeface="Open Sans" panose="020B0606030504020204" pitchFamily="34" charset="0"/>
                <a:cs typeface="Open Sans" panose="020B0606030504020204" pitchFamily="34" charset="0"/>
              </a:defRPr>
            </a:lvl1pPr>
          </a:lstStyle>
          <a:p>
            <a:pPr lvl="0"/>
            <a:r>
              <a:rPr lang="en-US" dirty="0"/>
              <a:t>by Speaker</a:t>
            </a:r>
          </a:p>
        </p:txBody>
      </p:sp>
    </p:spTree>
    <p:extLst>
      <p:ext uri="{BB962C8B-B14F-4D97-AF65-F5344CB8AC3E}">
        <p14:creationId xmlns:p14="http://schemas.microsoft.com/office/powerpoint/2010/main" val="424245765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ITLE-SLIDE-LIGHT-2">
    <p:spTree>
      <p:nvGrpSpPr>
        <p:cNvPr id="1" name=""/>
        <p:cNvGrpSpPr/>
        <p:nvPr/>
      </p:nvGrpSpPr>
      <p:grpSpPr>
        <a:xfrm>
          <a:off x="0" y="0"/>
          <a:ext cx="0" cy="0"/>
          <a:chOff x="0" y="0"/>
          <a:chExt cx="0" cy="0"/>
        </a:xfrm>
      </p:grpSpPr>
      <p:sp>
        <p:nvSpPr>
          <p:cNvPr id="9" name="Title 8"/>
          <p:cNvSpPr>
            <a:spLocks noGrp="1"/>
          </p:cNvSpPr>
          <p:nvPr>
            <p:ph type="title" hasCustomPrompt="1"/>
          </p:nvPr>
        </p:nvSpPr>
        <p:spPr>
          <a:xfrm>
            <a:off x="685801" y="685799"/>
            <a:ext cx="10820400" cy="4800601"/>
          </a:xfrm>
          <a:prstGeom prst="rect">
            <a:avLst/>
          </a:prstGeom>
        </p:spPr>
        <p:txBody>
          <a:bodyPr lIns="0" anchor="t">
            <a:noAutofit/>
          </a:bodyPr>
          <a:lstStyle>
            <a:lvl1pPr>
              <a:lnSpc>
                <a:spcPts val="11000"/>
              </a:lnSpc>
              <a:defRPr sz="12500">
                <a:latin typeface="Proxima Nova Black" panose="02000506030000020004" pitchFamily="50" charset="0"/>
              </a:defRPr>
            </a:lvl1pPr>
          </a:lstStyle>
          <a:p>
            <a:r>
              <a:rPr lang="en-US" dirty="0"/>
              <a:t>TITLE TO BE CAPITALIZED</a:t>
            </a:r>
          </a:p>
        </p:txBody>
      </p:sp>
      <p:sp>
        <p:nvSpPr>
          <p:cNvPr id="4" name="Text Placeholder 19"/>
          <p:cNvSpPr>
            <a:spLocks noGrp="1"/>
          </p:cNvSpPr>
          <p:nvPr>
            <p:ph type="body" sz="quarter" idx="10" hasCustomPrompt="1"/>
          </p:nvPr>
        </p:nvSpPr>
        <p:spPr>
          <a:xfrm>
            <a:off x="685800" y="5915025"/>
            <a:ext cx="3467100" cy="295275"/>
          </a:xfrm>
          <a:prstGeom prst="rect">
            <a:avLst/>
          </a:prstGeom>
        </p:spPr>
        <p:txBody>
          <a:bodyPr lIns="0"/>
          <a:lstStyle>
            <a:lvl1pPr marL="0" indent="0">
              <a:buNone/>
              <a:defRPr sz="2000" baseline="0">
                <a:latin typeface="Open Sans" panose="020B0606030504020204" pitchFamily="34" charset="0"/>
                <a:ea typeface="Open Sans" panose="020B0606030504020204" pitchFamily="34" charset="0"/>
                <a:cs typeface="Open Sans" panose="020B0606030504020204" pitchFamily="34" charset="0"/>
              </a:defRPr>
            </a:lvl1pPr>
          </a:lstStyle>
          <a:p>
            <a:pPr lvl="0"/>
            <a:r>
              <a:rPr lang="en-US" dirty="0"/>
              <a:t>by Speaker</a:t>
            </a:r>
          </a:p>
        </p:txBody>
      </p:sp>
    </p:spTree>
    <p:extLst>
      <p:ext uri="{BB962C8B-B14F-4D97-AF65-F5344CB8AC3E}">
        <p14:creationId xmlns:p14="http://schemas.microsoft.com/office/powerpoint/2010/main" val="2667753483"/>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EXT-ONE-COLUMN-LIGH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685800" y="685801"/>
            <a:ext cx="10820400" cy="685800"/>
          </a:xfrm>
          <a:prstGeom prst="rect">
            <a:avLst/>
          </a:prstGeom>
        </p:spPr>
        <p:txBody>
          <a:bodyPr lIns="0"/>
          <a:lstStyle>
            <a:lvl1pPr>
              <a:defRPr baseline="0">
                <a:latin typeface="Proxima Nova Black" panose="02000506030000020004" pitchFamily="50" charset="0"/>
              </a:defRPr>
            </a:lvl1pPr>
          </a:lstStyle>
          <a:p>
            <a:r>
              <a:rPr lang="en-US" dirty="0"/>
              <a:t>TITLE TO BE CAPITALIZED</a:t>
            </a:r>
          </a:p>
        </p:txBody>
      </p:sp>
      <p:sp>
        <p:nvSpPr>
          <p:cNvPr id="7" name="Text Placeholder 6"/>
          <p:cNvSpPr>
            <a:spLocks noGrp="1"/>
          </p:cNvSpPr>
          <p:nvPr>
            <p:ph type="body" sz="quarter" idx="10" hasCustomPrompt="1"/>
          </p:nvPr>
        </p:nvSpPr>
        <p:spPr>
          <a:xfrm>
            <a:off x="685800" y="2057400"/>
            <a:ext cx="10820400" cy="3429000"/>
          </a:xfrm>
          <a:prstGeom prst="rect">
            <a:avLst/>
          </a:prstGeom>
        </p:spPr>
        <p:txBody>
          <a:bodyPr lIns="0"/>
          <a:lstStyle>
            <a:lvl1pPr marL="0" indent="0">
              <a:lnSpc>
                <a:spcPct val="100000"/>
              </a:lnSpc>
              <a:buNone/>
              <a:defRPr sz="2000">
                <a:latin typeface="Open Sans" panose="020B0606030504020204" pitchFamily="34" charset="0"/>
                <a:ea typeface="Open Sans" panose="020B0606030504020204" pitchFamily="34" charset="0"/>
                <a:cs typeface="Open Sans" panose="020B0606030504020204" pitchFamily="34" charset="0"/>
              </a:defRPr>
            </a:lvl1pPr>
            <a:lvl2pPr marL="457200" indent="0">
              <a:buNone/>
              <a:defRPr sz="1800">
                <a:latin typeface="Open Sans" panose="020B0606030504020204" pitchFamily="34" charset="0"/>
                <a:ea typeface="Open Sans" panose="020B0606030504020204" pitchFamily="34" charset="0"/>
                <a:cs typeface="Open Sans" panose="020B0606030504020204" pitchFamily="34" charset="0"/>
              </a:defRPr>
            </a:lvl2pPr>
            <a:lvl3pPr marL="914400" indent="0">
              <a:buNone/>
              <a:defRPr sz="1600">
                <a:latin typeface="Open Sans" panose="020B0606030504020204" pitchFamily="34" charset="0"/>
                <a:ea typeface="Open Sans" panose="020B0606030504020204" pitchFamily="34" charset="0"/>
                <a:cs typeface="Open Sans" panose="020B0606030504020204" pitchFamily="34" charset="0"/>
              </a:defRPr>
            </a:lvl3pPr>
            <a:lvl4pPr marL="1371600" indent="0">
              <a:buNone/>
              <a:defRPr sz="1400">
                <a:latin typeface="Open Sans" panose="020B0606030504020204" pitchFamily="34" charset="0"/>
                <a:ea typeface="Open Sans" panose="020B0606030504020204" pitchFamily="34" charset="0"/>
                <a:cs typeface="Open Sans" panose="020B0606030504020204" pitchFamily="34" charset="0"/>
              </a:defRPr>
            </a:lvl4pPr>
            <a:lvl5pPr marL="1828800" indent="0">
              <a:buNone/>
              <a:defRPr sz="1200">
                <a:latin typeface="Open Sans" panose="020B0606030504020204" pitchFamily="34" charset="0"/>
                <a:ea typeface="Open Sans" panose="020B0606030504020204" pitchFamily="34" charset="0"/>
                <a:cs typeface="Open Sans" panose="020B0606030504020204" pitchFamily="34" charset="0"/>
              </a:defRPr>
            </a:lvl5pPr>
          </a:lstStyle>
          <a:p>
            <a:pPr lvl="0"/>
            <a:r>
              <a:rPr lang="en-US" dirty="0"/>
              <a:t>Click to edit the text </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4" name="TextBox 13"/>
          <p:cNvSpPr txBox="1"/>
          <p:nvPr userDrawn="1"/>
        </p:nvSpPr>
        <p:spPr>
          <a:xfrm>
            <a:off x="9486900" y="236808"/>
            <a:ext cx="2121626" cy="261610"/>
          </a:xfrm>
          <a:prstGeom prst="rect">
            <a:avLst/>
          </a:prstGeom>
          <a:noFill/>
        </p:spPr>
        <p:txBody>
          <a:bodyPr wrap="square" rtlCol="0">
            <a:spAutoFit/>
          </a:bodyPr>
          <a:lstStyle/>
          <a:p>
            <a:pPr algn="r"/>
            <a:r>
              <a:rPr lang="en-US" sz="1100" dirty="0">
                <a:latin typeface="Open Sans" panose="020B0606030504020204" pitchFamily="34" charset="0"/>
                <a:ea typeface="Open Sans" panose="020B0606030504020204" pitchFamily="34" charset="0"/>
                <a:cs typeface="Open Sans" panose="020B0606030504020204" pitchFamily="34" charset="0"/>
              </a:rPr>
              <a:t>SoftServe Confidential</a:t>
            </a:r>
          </a:p>
        </p:txBody>
      </p:sp>
    </p:spTree>
    <p:extLst>
      <p:ext uri="{BB962C8B-B14F-4D97-AF65-F5344CB8AC3E}">
        <p14:creationId xmlns:p14="http://schemas.microsoft.com/office/powerpoint/2010/main" val="3718938652"/>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EXT-TWO-COLUMNS-LIGH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685800" y="685801"/>
            <a:ext cx="10820400" cy="685800"/>
          </a:xfrm>
          <a:prstGeom prst="rect">
            <a:avLst/>
          </a:prstGeom>
        </p:spPr>
        <p:txBody>
          <a:bodyPr lIns="0"/>
          <a:lstStyle>
            <a:lvl1pPr>
              <a:defRPr baseline="0">
                <a:latin typeface="Proxima Nova Black" panose="02000506030000020004" pitchFamily="50" charset="0"/>
              </a:defRPr>
            </a:lvl1pPr>
          </a:lstStyle>
          <a:p>
            <a:r>
              <a:rPr lang="en-US" dirty="0"/>
              <a:t>TITLE TO BE CAPITALIZED</a:t>
            </a:r>
          </a:p>
        </p:txBody>
      </p:sp>
      <p:sp>
        <p:nvSpPr>
          <p:cNvPr id="7" name="Text Placeholder 6"/>
          <p:cNvSpPr>
            <a:spLocks noGrp="1"/>
          </p:cNvSpPr>
          <p:nvPr>
            <p:ph type="body" sz="quarter" idx="10" hasCustomPrompt="1"/>
          </p:nvPr>
        </p:nvSpPr>
        <p:spPr>
          <a:xfrm>
            <a:off x="685800" y="2057400"/>
            <a:ext cx="5174998" cy="3429000"/>
          </a:xfrm>
          <a:prstGeom prst="rect">
            <a:avLst/>
          </a:prstGeom>
        </p:spPr>
        <p:txBody>
          <a:bodyPr lIns="0"/>
          <a:lstStyle>
            <a:lvl1pPr marL="0" indent="0">
              <a:lnSpc>
                <a:spcPct val="100000"/>
              </a:lnSpc>
              <a:buNone/>
              <a:defRPr sz="2000">
                <a:latin typeface="Open Sans" panose="020B0606030504020204" pitchFamily="34" charset="0"/>
                <a:ea typeface="Open Sans" panose="020B0606030504020204" pitchFamily="34" charset="0"/>
                <a:cs typeface="Open Sans" panose="020B0606030504020204" pitchFamily="34" charset="0"/>
              </a:defRPr>
            </a:lvl1pPr>
            <a:lvl2pPr marL="457200" indent="0">
              <a:buNone/>
              <a:defRPr sz="1800">
                <a:latin typeface="Open Sans" panose="020B0606030504020204" pitchFamily="34" charset="0"/>
                <a:ea typeface="Open Sans" panose="020B0606030504020204" pitchFamily="34" charset="0"/>
                <a:cs typeface="Open Sans" panose="020B0606030504020204" pitchFamily="34" charset="0"/>
              </a:defRPr>
            </a:lvl2pPr>
            <a:lvl3pPr marL="914400" indent="0">
              <a:buNone/>
              <a:defRPr sz="1600">
                <a:latin typeface="Open Sans" panose="020B0606030504020204" pitchFamily="34" charset="0"/>
                <a:ea typeface="Open Sans" panose="020B0606030504020204" pitchFamily="34" charset="0"/>
                <a:cs typeface="Open Sans" panose="020B0606030504020204" pitchFamily="34" charset="0"/>
              </a:defRPr>
            </a:lvl3pPr>
            <a:lvl4pPr marL="1371600" indent="0">
              <a:buNone/>
              <a:defRPr sz="1400">
                <a:latin typeface="Open Sans" panose="020B0606030504020204" pitchFamily="34" charset="0"/>
                <a:ea typeface="Open Sans" panose="020B0606030504020204" pitchFamily="34" charset="0"/>
                <a:cs typeface="Open Sans" panose="020B0606030504020204" pitchFamily="34" charset="0"/>
              </a:defRPr>
            </a:lvl4pPr>
            <a:lvl5pPr marL="1828800" indent="0">
              <a:buNone/>
              <a:defRPr sz="1200">
                <a:latin typeface="Open Sans" panose="020B0606030504020204" pitchFamily="34" charset="0"/>
                <a:ea typeface="Open Sans" panose="020B0606030504020204" pitchFamily="34" charset="0"/>
                <a:cs typeface="Open Sans" panose="020B0606030504020204" pitchFamily="34" charset="0"/>
              </a:defRPr>
            </a:lvl5pPr>
          </a:lstStyle>
          <a:p>
            <a:pPr lvl="0"/>
            <a:r>
              <a:rPr lang="en-US" dirty="0"/>
              <a:t>Click to edit the text </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Text Placeholder 6"/>
          <p:cNvSpPr>
            <a:spLocks noGrp="1"/>
          </p:cNvSpPr>
          <p:nvPr>
            <p:ph type="body" sz="quarter" idx="11" hasCustomPrompt="1"/>
          </p:nvPr>
        </p:nvSpPr>
        <p:spPr>
          <a:xfrm>
            <a:off x="6330696" y="2057400"/>
            <a:ext cx="5175504" cy="3429000"/>
          </a:xfrm>
          <a:prstGeom prst="rect">
            <a:avLst/>
          </a:prstGeom>
        </p:spPr>
        <p:txBody>
          <a:bodyPr lIns="0"/>
          <a:lstStyle>
            <a:lvl1pPr marL="0" indent="0">
              <a:lnSpc>
                <a:spcPct val="100000"/>
              </a:lnSpc>
              <a:buNone/>
              <a:defRPr sz="2000">
                <a:latin typeface="Open Sans" panose="020B0606030504020204" pitchFamily="34" charset="0"/>
                <a:ea typeface="Open Sans" panose="020B0606030504020204" pitchFamily="34" charset="0"/>
                <a:cs typeface="Open Sans" panose="020B0606030504020204" pitchFamily="34" charset="0"/>
              </a:defRPr>
            </a:lvl1pPr>
            <a:lvl2pPr marL="457200" indent="0">
              <a:buNone/>
              <a:defRPr sz="1800">
                <a:latin typeface="Open Sans" panose="020B0606030504020204" pitchFamily="34" charset="0"/>
                <a:ea typeface="Open Sans" panose="020B0606030504020204" pitchFamily="34" charset="0"/>
                <a:cs typeface="Open Sans" panose="020B0606030504020204" pitchFamily="34" charset="0"/>
              </a:defRPr>
            </a:lvl2pPr>
            <a:lvl3pPr marL="914400" indent="0">
              <a:buNone/>
              <a:defRPr sz="1600">
                <a:latin typeface="Open Sans" panose="020B0606030504020204" pitchFamily="34" charset="0"/>
                <a:ea typeface="Open Sans" panose="020B0606030504020204" pitchFamily="34" charset="0"/>
                <a:cs typeface="Open Sans" panose="020B0606030504020204" pitchFamily="34" charset="0"/>
              </a:defRPr>
            </a:lvl3pPr>
            <a:lvl4pPr marL="1371600" indent="0">
              <a:buNone/>
              <a:defRPr sz="1400">
                <a:latin typeface="Open Sans" panose="020B0606030504020204" pitchFamily="34" charset="0"/>
                <a:ea typeface="Open Sans" panose="020B0606030504020204" pitchFamily="34" charset="0"/>
                <a:cs typeface="Open Sans" panose="020B0606030504020204" pitchFamily="34" charset="0"/>
              </a:defRPr>
            </a:lvl4pPr>
            <a:lvl5pPr marL="1828800" indent="0">
              <a:buNone/>
              <a:defRPr sz="1200">
                <a:latin typeface="Open Sans" panose="020B0606030504020204" pitchFamily="34" charset="0"/>
                <a:ea typeface="Open Sans" panose="020B0606030504020204" pitchFamily="34" charset="0"/>
                <a:cs typeface="Open Sans" panose="020B0606030504020204" pitchFamily="34" charset="0"/>
              </a:defRPr>
            </a:lvl5pPr>
          </a:lstStyle>
          <a:p>
            <a:pPr lvl="0"/>
            <a:r>
              <a:rPr lang="en-US" dirty="0"/>
              <a:t>Click to edit the text </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TextBox 7"/>
          <p:cNvSpPr txBox="1"/>
          <p:nvPr userDrawn="1"/>
        </p:nvSpPr>
        <p:spPr>
          <a:xfrm>
            <a:off x="9486900" y="236808"/>
            <a:ext cx="2121626" cy="261610"/>
          </a:xfrm>
          <a:prstGeom prst="rect">
            <a:avLst/>
          </a:prstGeom>
          <a:noFill/>
        </p:spPr>
        <p:txBody>
          <a:bodyPr wrap="square" rtlCol="0">
            <a:spAutoFit/>
          </a:bodyPr>
          <a:lstStyle/>
          <a:p>
            <a:pPr algn="r"/>
            <a:r>
              <a:rPr lang="en-US" sz="1100" dirty="0">
                <a:latin typeface="Open Sans" panose="020B0606030504020204" pitchFamily="34" charset="0"/>
                <a:ea typeface="Open Sans" panose="020B0606030504020204" pitchFamily="34" charset="0"/>
                <a:cs typeface="Open Sans" panose="020B0606030504020204" pitchFamily="34" charset="0"/>
              </a:rPr>
              <a:t>SoftServe Confidential</a:t>
            </a:r>
          </a:p>
        </p:txBody>
      </p:sp>
    </p:spTree>
    <p:extLst>
      <p:ext uri="{BB962C8B-B14F-4D97-AF65-F5344CB8AC3E}">
        <p14:creationId xmlns:p14="http://schemas.microsoft.com/office/powerpoint/2010/main" val="2770168681"/>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TEXT-THREE-COLUMNS-LIGH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685800" y="685801"/>
            <a:ext cx="10820400" cy="685800"/>
          </a:xfrm>
          <a:prstGeom prst="rect">
            <a:avLst/>
          </a:prstGeom>
        </p:spPr>
        <p:txBody>
          <a:bodyPr lIns="0"/>
          <a:lstStyle>
            <a:lvl1pPr>
              <a:defRPr baseline="0">
                <a:latin typeface="Proxima Nova Black" panose="02000506030000020004" pitchFamily="50" charset="0"/>
              </a:defRPr>
            </a:lvl1pPr>
          </a:lstStyle>
          <a:p>
            <a:r>
              <a:rPr lang="en-US" dirty="0"/>
              <a:t>TITLE TO BE CAPITALIZED</a:t>
            </a:r>
          </a:p>
        </p:txBody>
      </p:sp>
      <p:sp>
        <p:nvSpPr>
          <p:cNvPr id="7" name="Text Placeholder 6"/>
          <p:cNvSpPr>
            <a:spLocks noGrp="1"/>
          </p:cNvSpPr>
          <p:nvPr>
            <p:ph type="body" sz="quarter" idx="10" hasCustomPrompt="1"/>
          </p:nvPr>
        </p:nvSpPr>
        <p:spPr>
          <a:xfrm>
            <a:off x="685800" y="2057400"/>
            <a:ext cx="3467100" cy="3429000"/>
          </a:xfrm>
          <a:prstGeom prst="rect">
            <a:avLst/>
          </a:prstGeom>
        </p:spPr>
        <p:txBody>
          <a:bodyPr lIns="0"/>
          <a:lstStyle>
            <a:lvl1pPr marL="0" indent="0">
              <a:lnSpc>
                <a:spcPct val="100000"/>
              </a:lnSpc>
              <a:buNone/>
              <a:defRPr sz="2000">
                <a:latin typeface="Open Sans" panose="020B0606030504020204" pitchFamily="34" charset="0"/>
                <a:ea typeface="Open Sans" panose="020B0606030504020204" pitchFamily="34" charset="0"/>
                <a:cs typeface="Open Sans" panose="020B0606030504020204" pitchFamily="34" charset="0"/>
              </a:defRPr>
            </a:lvl1pPr>
            <a:lvl2pPr marL="457200" indent="0">
              <a:buNone/>
              <a:defRPr sz="1800">
                <a:latin typeface="Open Sans" panose="020B0606030504020204" pitchFamily="34" charset="0"/>
                <a:ea typeface="Open Sans" panose="020B0606030504020204" pitchFamily="34" charset="0"/>
                <a:cs typeface="Open Sans" panose="020B0606030504020204" pitchFamily="34" charset="0"/>
              </a:defRPr>
            </a:lvl2pPr>
            <a:lvl3pPr marL="914400" indent="0">
              <a:buNone/>
              <a:defRPr sz="1600">
                <a:latin typeface="Open Sans" panose="020B0606030504020204" pitchFamily="34" charset="0"/>
                <a:ea typeface="Open Sans" panose="020B0606030504020204" pitchFamily="34" charset="0"/>
                <a:cs typeface="Open Sans" panose="020B0606030504020204" pitchFamily="34" charset="0"/>
              </a:defRPr>
            </a:lvl3pPr>
            <a:lvl4pPr marL="1371600" indent="0">
              <a:buNone/>
              <a:defRPr sz="1400">
                <a:latin typeface="Open Sans" panose="020B0606030504020204" pitchFamily="34" charset="0"/>
                <a:ea typeface="Open Sans" panose="020B0606030504020204" pitchFamily="34" charset="0"/>
                <a:cs typeface="Open Sans" panose="020B0606030504020204" pitchFamily="34" charset="0"/>
              </a:defRPr>
            </a:lvl4pPr>
            <a:lvl5pPr marL="1828800" indent="0">
              <a:buNone/>
              <a:defRPr sz="1200">
                <a:latin typeface="Open Sans" panose="020B0606030504020204" pitchFamily="34" charset="0"/>
                <a:ea typeface="Open Sans" panose="020B0606030504020204" pitchFamily="34" charset="0"/>
                <a:cs typeface="Open Sans" panose="020B0606030504020204" pitchFamily="34" charset="0"/>
              </a:defRPr>
            </a:lvl5pPr>
          </a:lstStyle>
          <a:p>
            <a:pPr lvl="0"/>
            <a:r>
              <a:rPr lang="en-US" dirty="0"/>
              <a:t>Click to edit the text </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Text Placeholder 6"/>
          <p:cNvSpPr>
            <a:spLocks noGrp="1"/>
          </p:cNvSpPr>
          <p:nvPr>
            <p:ph type="body" sz="quarter" idx="11" hasCustomPrompt="1"/>
          </p:nvPr>
        </p:nvSpPr>
        <p:spPr>
          <a:xfrm>
            <a:off x="4363212" y="2057400"/>
            <a:ext cx="3465576" cy="3429000"/>
          </a:xfrm>
          <a:prstGeom prst="rect">
            <a:avLst/>
          </a:prstGeom>
        </p:spPr>
        <p:txBody>
          <a:bodyPr lIns="0"/>
          <a:lstStyle>
            <a:lvl1pPr marL="0" indent="0">
              <a:lnSpc>
                <a:spcPct val="100000"/>
              </a:lnSpc>
              <a:buNone/>
              <a:defRPr sz="2000">
                <a:latin typeface="Open Sans" panose="020B0606030504020204" pitchFamily="34" charset="0"/>
                <a:ea typeface="Open Sans" panose="020B0606030504020204" pitchFamily="34" charset="0"/>
                <a:cs typeface="Open Sans" panose="020B0606030504020204" pitchFamily="34" charset="0"/>
              </a:defRPr>
            </a:lvl1pPr>
            <a:lvl2pPr marL="457200" indent="0">
              <a:buNone/>
              <a:defRPr sz="1800">
                <a:latin typeface="Open Sans" panose="020B0606030504020204" pitchFamily="34" charset="0"/>
                <a:ea typeface="Open Sans" panose="020B0606030504020204" pitchFamily="34" charset="0"/>
                <a:cs typeface="Open Sans" panose="020B0606030504020204" pitchFamily="34" charset="0"/>
              </a:defRPr>
            </a:lvl2pPr>
            <a:lvl3pPr marL="914400" indent="0">
              <a:buNone/>
              <a:defRPr sz="1600">
                <a:latin typeface="Open Sans" panose="020B0606030504020204" pitchFamily="34" charset="0"/>
                <a:ea typeface="Open Sans" panose="020B0606030504020204" pitchFamily="34" charset="0"/>
                <a:cs typeface="Open Sans" panose="020B0606030504020204" pitchFamily="34" charset="0"/>
              </a:defRPr>
            </a:lvl3pPr>
            <a:lvl4pPr marL="1371600" indent="0">
              <a:buNone/>
              <a:defRPr sz="1400">
                <a:latin typeface="Open Sans" panose="020B0606030504020204" pitchFamily="34" charset="0"/>
                <a:ea typeface="Open Sans" panose="020B0606030504020204" pitchFamily="34" charset="0"/>
                <a:cs typeface="Open Sans" panose="020B0606030504020204" pitchFamily="34" charset="0"/>
              </a:defRPr>
            </a:lvl4pPr>
            <a:lvl5pPr marL="1828800" indent="0">
              <a:buNone/>
              <a:defRPr sz="1200">
                <a:latin typeface="Open Sans" panose="020B0606030504020204" pitchFamily="34" charset="0"/>
                <a:ea typeface="Open Sans" panose="020B0606030504020204" pitchFamily="34" charset="0"/>
                <a:cs typeface="Open Sans" panose="020B0606030504020204" pitchFamily="34" charset="0"/>
              </a:defRPr>
            </a:lvl5pPr>
          </a:lstStyle>
          <a:p>
            <a:pPr lvl="0"/>
            <a:r>
              <a:rPr lang="en-US" dirty="0"/>
              <a:t>Click to edit the text </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6"/>
          <p:cNvSpPr>
            <a:spLocks noGrp="1"/>
          </p:cNvSpPr>
          <p:nvPr>
            <p:ph type="body" sz="quarter" idx="12" hasCustomPrompt="1"/>
          </p:nvPr>
        </p:nvSpPr>
        <p:spPr>
          <a:xfrm>
            <a:off x="8039100" y="2057400"/>
            <a:ext cx="3467100" cy="3429000"/>
          </a:xfrm>
          <a:prstGeom prst="rect">
            <a:avLst/>
          </a:prstGeom>
        </p:spPr>
        <p:txBody>
          <a:bodyPr lIns="0"/>
          <a:lstStyle>
            <a:lvl1pPr marL="0" indent="0">
              <a:lnSpc>
                <a:spcPct val="100000"/>
              </a:lnSpc>
              <a:buNone/>
              <a:defRPr sz="2000">
                <a:latin typeface="Open Sans" panose="020B0606030504020204" pitchFamily="34" charset="0"/>
                <a:ea typeface="Open Sans" panose="020B0606030504020204" pitchFamily="34" charset="0"/>
                <a:cs typeface="Open Sans" panose="020B0606030504020204" pitchFamily="34" charset="0"/>
              </a:defRPr>
            </a:lvl1pPr>
            <a:lvl2pPr marL="457200" indent="0">
              <a:buNone/>
              <a:defRPr sz="1800">
                <a:latin typeface="Open Sans" panose="020B0606030504020204" pitchFamily="34" charset="0"/>
                <a:ea typeface="Open Sans" panose="020B0606030504020204" pitchFamily="34" charset="0"/>
                <a:cs typeface="Open Sans" panose="020B0606030504020204" pitchFamily="34" charset="0"/>
              </a:defRPr>
            </a:lvl2pPr>
            <a:lvl3pPr marL="914400" indent="0">
              <a:buNone/>
              <a:defRPr sz="1600">
                <a:latin typeface="Open Sans" panose="020B0606030504020204" pitchFamily="34" charset="0"/>
                <a:ea typeface="Open Sans" panose="020B0606030504020204" pitchFamily="34" charset="0"/>
                <a:cs typeface="Open Sans" panose="020B0606030504020204" pitchFamily="34" charset="0"/>
              </a:defRPr>
            </a:lvl3pPr>
            <a:lvl4pPr marL="1371600" indent="0">
              <a:buNone/>
              <a:defRPr sz="1400">
                <a:latin typeface="Open Sans" panose="020B0606030504020204" pitchFamily="34" charset="0"/>
                <a:ea typeface="Open Sans" panose="020B0606030504020204" pitchFamily="34" charset="0"/>
                <a:cs typeface="Open Sans" panose="020B0606030504020204" pitchFamily="34" charset="0"/>
              </a:defRPr>
            </a:lvl4pPr>
            <a:lvl5pPr marL="1828800" indent="0">
              <a:buNone/>
              <a:defRPr sz="1200">
                <a:latin typeface="Open Sans" panose="020B0606030504020204" pitchFamily="34" charset="0"/>
                <a:ea typeface="Open Sans" panose="020B0606030504020204" pitchFamily="34" charset="0"/>
                <a:cs typeface="Open Sans" panose="020B0606030504020204" pitchFamily="34" charset="0"/>
              </a:defRPr>
            </a:lvl5pPr>
          </a:lstStyle>
          <a:p>
            <a:pPr lvl="0"/>
            <a:r>
              <a:rPr lang="en-US" dirty="0"/>
              <a:t>Click to edit the text </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TextBox 7"/>
          <p:cNvSpPr txBox="1"/>
          <p:nvPr userDrawn="1"/>
        </p:nvSpPr>
        <p:spPr>
          <a:xfrm>
            <a:off x="9486900" y="236808"/>
            <a:ext cx="2121626" cy="261610"/>
          </a:xfrm>
          <a:prstGeom prst="rect">
            <a:avLst/>
          </a:prstGeom>
          <a:noFill/>
        </p:spPr>
        <p:txBody>
          <a:bodyPr wrap="square" rtlCol="0">
            <a:spAutoFit/>
          </a:bodyPr>
          <a:lstStyle/>
          <a:p>
            <a:pPr algn="r"/>
            <a:r>
              <a:rPr lang="en-US" sz="1100" dirty="0">
                <a:latin typeface="Open Sans" panose="020B0606030504020204" pitchFamily="34" charset="0"/>
                <a:ea typeface="Open Sans" panose="020B0606030504020204" pitchFamily="34" charset="0"/>
                <a:cs typeface="Open Sans" panose="020B0606030504020204" pitchFamily="34" charset="0"/>
              </a:rPr>
              <a:t>SoftServe Confidential</a:t>
            </a:r>
          </a:p>
        </p:txBody>
      </p:sp>
    </p:spTree>
    <p:extLst>
      <p:ext uri="{BB962C8B-B14F-4D97-AF65-F5344CB8AC3E}">
        <p14:creationId xmlns:p14="http://schemas.microsoft.com/office/powerpoint/2010/main" val="214196086"/>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TITLE-DESCRIPTION-SIDETEXT-LIGHT">
    <p:spTree>
      <p:nvGrpSpPr>
        <p:cNvPr id="1" name=""/>
        <p:cNvGrpSpPr/>
        <p:nvPr/>
      </p:nvGrpSpPr>
      <p:grpSpPr>
        <a:xfrm>
          <a:off x="0" y="0"/>
          <a:ext cx="0" cy="0"/>
          <a:chOff x="0" y="0"/>
          <a:chExt cx="0" cy="0"/>
        </a:xfrm>
      </p:grpSpPr>
      <p:sp>
        <p:nvSpPr>
          <p:cNvPr id="5" name="Text Placeholder 6"/>
          <p:cNvSpPr>
            <a:spLocks noGrp="1"/>
          </p:cNvSpPr>
          <p:nvPr>
            <p:ph type="body" sz="quarter" idx="12" hasCustomPrompt="1"/>
          </p:nvPr>
        </p:nvSpPr>
        <p:spPr>
          <a:xfrm>
            <a:off x="4381500" y="1382486"/>
            <a:ext cx="7124700" cy="4103914"/>
          </a:xfrm>
          <a:prstGeom prst="rect">
            <a:avLst/>
          </a:prstGeom>
        </p:spPr>
        <p:txBody>
          <a:bodyPr lIns="0"/>
          <a:lstStyle>
            <a:lvl1pPr marL="0" indent="0">
              <a:lnSpc>
                <a:spcPct val="100000"/>
              </a:lnSpc>
              <a:buNone/>
              <a:defRPr sz="2000">
                <a:latin typeface="Open Sans" panose="020B0606030504020204" pitchFamily="34" charset="0"/>
                <a:ea typeface="Open Sans" panose="020B0606030504020204" pitchFamily="34" charset="0"/>
                <a:cs typeface="Open Sans" panose="020B0606030504020204" pitchFamily="34" charset="0"/>
              </a:defRPr>
            </a:lvl1pPr>
            <a:lvl2pPr marL="457200" indent="0">
              <a:buNone/>
              <a:defRPr sz="1800">
                <a:latin typeface="Open Sans" panose="020B0606030504020204" pitchFamily="34" charset="0"/>
                <a:ea typeface="Open Sans" panose="020B0606030504020204" pitchFamily="34" charset="0"/>
                <a:cs typeface="Open Sans" panose="020B0606030504020204" pitchFamily="34" charset="0"/>
              </a:defRPr>
            </a:lvl2pPr>
            <a:lvl3pPr marL="914400" indent="0">
              <a:buNone/>
              <a:defRPr sz="1600">
                <a:latin typeface="Open Sans" panose="020B0606030504020204" pitchFamily="34" charset="0"/>
                <a:ea typeface="Open Sans" panose="020B0606030504020204" pitchFamily="34" charset="0"/>
                <a:cs typeface="Open Sans" panose="020B0606030504020204" pitchFamily="34" charset="0"/>
              </a:defRPr>
            </a:lvl3pPr>
            <a:lvl4pPr marL="1371600" indent="0">
              <a:buNone/>
              <a:defRPr sz="1400">
                <a:latin typeface="Open Sans" panose="020B0606030504020204" pitchFamily="34" charset="0"/>
                <a:ea typeface="Open Sans" panose="020B0606030504020204" pitchFamily="34" charset="0"/>
                <a:cs typeface="Open Sans" panose="020B0606030504020204" pitchFamily="34" charset="0"/>
              </a:defRPr>
            </a:lvl4pPr>
            <a:lvl5pPr marL="1828800" indent="0">
              <a:buNone/>
              <a:defRPr sz="1200">
                <a:latin typeface="Open Sans" panose="020B0606030504020204" pitchFamily="34" charset="0"/>
                <a:ea typeface="Open Sans" panose="020B0606030504020204" pitchFamily="34" charset="0"/>
                <a:cs typeface="Open Sans" panose="020B0606030504020204" pitchFamily="34" charset="0"/>
              </a:defRPr>
            </a:lvl5pPr>
          </a:lstStyle>
          <a:p>
            <a:pPr lvl="0"/>
            <a:r>
              <a:rPr lang="en-US" dirty="0"/>
              <a:t>Click to edit the text </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Title 2"/>
          <p:cNvSpPr>
            <a:spLocks noGrp="1"/>
          </p:cNvSpPr>
          <p:nvPr>
            <p:ph type="title" hasCustomPrompt="1"/>
          </p:nvPr>
        </p:nvSpPr>
        <p:spPr>
          <a:xfrm>
            <a:off x="685800" y="1382486"/>
            <a:ext cx="3467100" cy="1913709"/>
          </a:xfrm>
          <a:prstGeom prst="rect">
            <a:avLst/>
          </a:prstGeom>
        </p:spPr>
        <p:txBody>
          <a:bodyPr lIns="0"/>
          <a:lstStyle>
            <a:lvl1pPr>
              <a:lnSpc>
                <a:spcPct val="80000"/>
              </a:lnSpc>
              <a:defRPr baseline="0">
                <a:latin typeface="Proxima Nova Black" panose="02000506030000020004" pitchFamily="50" charset="0"/>
              </a:defRPr>
            </a:lvl1pPr>
          </a:lstStyle>
          <a:p>
            <a:r>
              <a:rPr lang="en-US" dirty="0"/>
              <a:t>TITLE TO</a:t>
            </a:r>
            <a:br>
              <a:rPr lang="uk-UA" dirty="0"/>
            </a:br>
            <a:r>
              <a:rPr lang="en-US" dirty="0"/>
              <a:t>BE CAPITA</a:t>
            </a:r>
            <a:br>
              <a:rPr lang="uk-UA" dirty="0"/>
            </a:br>
            <a:r>
              <a:rPr lang="en-US" dirty="0"/>
              <a:t>LIZED</a:t>
            </a:r>
          </a:p>
        </p:txBody>
      </p:sp>
      <p:sp>
        <p:nvSpPr>
          <p:cNvPr id="8" name="Text Placeholder 6"/>
          <p:cNvSpPr>
            <a:spLocks noGrp="1"/>
          </p:cNvSpPr>
          <p:nvPr>
            <p:ph type="body" sz="quarter" idx="13" hasCustomPrompt="1"/>
          </p:nvPr>
        </p:nvSpPr>
        <p:spPr>
          <a:xfrm>
            <a:off x="685800" y="3429001"/>
            <a:ext cx="3467100" cy="2057400"/>
          </a:xfrm>
          <a:prstGeom prst="rect">
            <a:avLst/>
          </a:prstGeom>
        </p:spPr>
        <p:txBody>
          <a:bodyPr lIns="0"/>
          <a:lstStyle>
            <a:lvl1pPr marL="0" indent="0">
              <a:lnSpc>
                <a:spcPct val="100000"/>
              </a:lnSpc>
              <a:buNone/>
              <a:defRPr sz="1600">
                <a:latin typeface="Proxima Nova Black" panose="02000506030000020004" pitchFamily="50" charset="0"/>
                <a:ea typeface="Open Sans" panose="020B0606030504020204" pitchFamily="34" charset="0"/>
                <a:cs typeface="Open Sans" panose="020B0606030504020204" pitchFamily="34" charset="0"/>
              </a:defRPr>
            </a:lvl1pPr>
            <a:lvl2pPr marL="457200" indent="0">
              <a:buNone/>
              <a:defRPr sz="1800">
                <a:latin typeface="Open Sans" panose="020B0606030504020204" pitchFamily="34" charset="0"/>
                <a:ea typeface="Open Sans" panose="020B0606030504020204" pitchFamily="34" charset="0"/>
                <a:cs typeface="Open Sans" panose="020B0606030504020204" pitchFamily="34" charset="0"/>
              </a:defRPr>
            </a:lvl2pPr>
            <a:lvl3pPr marL="914400" indent="0">
              <a:buNone/>
              <a:defRPr sz="1600">
                <a:latin typeface="Open Sans" panose="020B0606030504020204" pitchFamily="34" charset="0"/>
                <a:ea typeface="Open Sans" panose="020B0606030504020204" pitchFamily="34" charset="0"/>
                <a:cs typeface="Open Sans" panose="020B0606030504020204" pitchFamily="34" charset="0"/>
              </a:defRPr>
            </a:lvl3pPr>
            <a:lvl4pPr marL="1371600" indent="0">
              <a:buNone/>
              <a:defRPr sz="1400">
                <a:latin typeface="Open Sans" panose="020B0606030504020204" pitchFamily="34" charset="0"/>
                <a:ea typeface="Open Sans" panose="020B0606030504020204" pitchFamily="34" charset="0"/>
                <a:cs typeface="Open Sans" panose="020B0606030504020204" pitchFamily="34" charset="0"/>
              </a:defRPr>
            </a:lvl4pPr>
            <a:lvl5pPr marL="1828800" indent="0">
              <a:buNone/>
              <a:defRPr sz="1200">
                <a:latin typeface="Open Sans" panose="020B0606030504020204" pitchFamily="34" charset="0"/>
                <a:ea typeface="Open Sans" panose="020B0606030504020204" pitchFamily="34" charset="0"/>
                <a:cs typeface="Open Sans" panose="020B0606030504020204" pitchFamily="34" charset="0"/>
              </a:defRPr>
            </a:lvl5pPr>
          </a:lstStyle>
          <a:p>
            <a:pPr lvl="0"/>
            <a:r>
              <a:rPr lang="en-US" dirty="0"/>
              <a:t>Click to edit the text </a:t>
            </a:r>
          </a:p>
        </p:txBody>
      </p:sp>
      <p:sp>
        <p:nvSpPr>
          <p:cNvPr id="9" name="TextBox 8"/>
          <p:cNvSpPr txBox="1"/>
          <p:nvPr userDrawn="1"/>
        </p:nvSpPr>
        <p:spPr>
          <a:xfrm>
            <a:off x="9486900" y="236808"/>
            <a:ext cx="2121626" cy="261610"/>
          </a:xfrm>
          <a:prstGeom prst="rect">
            <a:avLst/>
          </a:prstGeom>
          <a:noFill/>
        </p:spPr>
        <p:txBody>
          <a:bodyPr wrap="square" rtlCol="0">
            <a:spAutoFit/>
          </a:bodyPr>
          <a:lstStyle/>
          <a:p>
            <a:pPr algn="r"/>
            <a:r>
              <a:rPr lang="en-US" sz="1100" dirty="0">
                <a:latin typeface="Open Sans" panose="020B0606030504020204" pitchFamily="34" charset="0"/>
                <a:ea typeface="Open Sans" panose="020B0606030504020204" pitchFamily="34" charset="0"/>
                <a:cs typeface="Open Sans" panose="020B0606030504020204" pitchFamily="34" charset="0"/>
              </a:rPr>
              <a:t>SoftServe Confidential</a:t>
            </a:r>
          </a:p>
        </p:txBody>
      </p:sp>
    </p:spTree>
    <p:extLst>
      <p:ext uri="{BB962C8B-B14F-4D97-AF65-F5344CB8AC3E}">
        <p14:creationId xmlns:p14="http://schemas.microsoft.com/office/powerpoint/2010/main" val="3886897392"/>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TITLE-SIDETEXT-PROCESS-LIGHT">
    <p:spTree>
      <p:nvGrpSpPr>
        <p:cNvPr id="1" name=""/>
        <p:cNvGrpSpPr/>
        <p:nvPr/>
      </p:nvGrpSpPr>
      <p:grpSpPr>
        <a:xfrm>
          <a:off x="0" y="0"/>
          <a:ext cx="0" cy="0"/>
          <a:chOff x="0" y="0"/>
          <a:chExt cx="0" cy="0"/>
        </a:xfrm>
      </p:grpSpPr>
      <p:sp>
        <p:nvSpPr>
          <p:cNvPr id="5" name="Text Placeholder 6"/>
          <p:cNvSpPr>
            <a:spLocks noGrp="1"/>
          </p:cNvSpPr>
          <p:nvPr>
            <p:ph type="body" sz="quarter" idx="12" hasCustomPrompt="1"/>
          </p:nvPr>
        </p:nvSpPr>
        <p:spPr>
          <a:xfrm>
            <a:off x="4381500" y="1377043"/>
            <a:ext cx="7124700" cy="2051957"/>
          </a:xfrm>
          <a:prstGeom prst="rect">
            <a:avLst/>
          </a:prstGeom>
        </p:spPr>
        <p:txBody>
          <a:bodyPr lIns="0"/>
          <a:lstStyle>
            <a:lvl1pPr marL="0" indent="0">
              <a:lnSpc>
                <a:spcPct val="100000"/>
              </a:lnSpc>
              <a:buNone/>
              <a:defRPr sz="2000">
                <a:latin typeface="Open Sans" panose="020B0606030504020204" pitchFamily="34" charset="0"/>
                <a:ea typeface="Open Sans" panose="020B0606030504020204" pitchFamily="34" charset="0"/>
                <a:cs typeface="Open Sans" panose="020B0606030504020204" pitchFamily="34" charset="0"/>
              </a:defRPr>
            </a:lvl1pPr>
            <a:lvl2pPr marL="457200" indent="0">
              <a:buNone/>
              <a:defRPr sz="1800">
                <a:latin typeface="Open Sans" panose="020B0606030504020204" pitchFamily="34" charset="0"/>
                <a:ea typeface="Open Sans" panose="020B0606030504020204" pitchFamily="34" charset="0"/>
                <a:cs typeface="Open Sans" panose="020B0606030504020204" pitchFamily="34" charset="0"/>
              </a:defRPr>
            </a:lvl2pPr>
            <a:lvl3pPr marL="914400" indent="0">
              <a:buNone/>
              <a:defRPr sz="1600">
                <a:latin typeface="Open Sans" panose="020B0606030504020204" pitchFamily="34" charset="0"/>
                <a:ea typeface="Open Sans" panose="020B0606030504020204" pitchFamily="34" charset="0"/>
                <a:cs typeface="Open Sans" panose="020B0606030504020204" pitchFamily="34" charset="0"/>
              </a:defRPr>
            </a:lvl3pPr>
            <a:lvl4pPr marL="1371600" indent="0">
              <a:buNone/>
              <a:defRPr sz="1400">
                <a:latin typeface="Open Sans" panose="020B0606030504020204" pitchFamily="34" charset="0"/>
                <a:ea typeface="Open Sans" panose="020B0606030504020204" pitchFamily="34" charset="0"/>
                <a:cs typeface="Open Sans" panose="020B0606030504020204" pitchFamily="34" charset="0"/>
              </a:defRPr>
            </a:lvl4pPr>
            <a:lvl5pPr marL="1828800" indent="0">
              <a:buNone/>
              <a:defRPr sz="1200">
                <a:latin typeface="Open Sans" panose="020B0606030504020204" pitchFamily="34" charset="0"/>
                <a:ea typeface="Open Sans" panose="020B0606030504020204" pitchFamily="34" charset="0"/>
                <a:cs typeface="Open Sans" panose="020B0606030504020204" pitchFamily="34" charset="0"/>
              </a:defRPr>
            </a:lvl5pPr>
          </a:lstStyle>
          <a:p>
            <a:pPr lvl="0"/>
            <a:r>
              <a:rPr lang="en-US" dirty="0"/>
              <a:t>Click to edit the text </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Title 2"/>
          <p:cNvSpPr>
            <a:spLocks noGrp="1"/>
          </p:cNvSpPr>
          <p:nvPr>
            <p:ph type="title" hasCustomPrompt="1"/>
          </p:nvPr>
        </p:nvSpPr>
        <p:spPr>
          <a:xfrm>
            <a:off x="685800" y="1377043"/>
            <a:ext cx="3467100" cy="2051957"/>
          </a:xfrm>
          <a:prstGeom prst="rect">
            <a:avLst/>
          </a:prstGeom>
        </p:spPr>
        <p:txBody>
          <a:bodyPr lIns="0"/>
          <a:lstStyle>
            <a:lvl1pPr>
              <a:lnSpc>
                <a:spcPct val="80000"/>
              </a:lnSpc>
              <a:defRPr baseline="0">
                <a:latin typeface="Proxima Nova Black" panose="02000506030000020004" pitchFamily="50" charset="0"/>
              </a:defRPr>
            </a:lvl1pPr>
          </a:lstStyle>
          <a:p>
            <a:r>
              <a:rPr lang="en-US" dirty="0"/>
              <a:t>TITLE TO</a:t>
            </a:r>
            <a:br>
              <a:rPr lang="uk-UA" dirty="0"/>
            </a:br>
            <a:r>
              <a:rPr lang="en-US" dirty="0"/>
              <a:t>BE CAPITA</a:t>
            </a:r>
            <a:br>
              <a:rPr lang="uk-UA" dirty="0"/>
            </a:br>
            <a:r>
              <a:rPr lang="en-US" dirty="0"/>
              <a:t>LIZED</a:t>
            </a:r>
          </a:p>
        </p:txBody>
      </p:sp>
      <p:sp>
        <p:nvSpPr>
          <p:cNvPr id="4" name="Oval 3"/>
          <p:cNvSpPr/>
          <p:nvPr userDrawn="1"/>
        </p:nvSpPr>
        <p:spPr>
          <a:xfrm>
            <a:off x="917664" y="3638007"/>
            <a:ext cx="1598024" cy="1598024"/>
          </a:xfrm>
          <a:prstGeom prst="ellipse">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Oval 11"/>
          <p:cNvSpPr/>
          <p:nvPr userDrawn="1"/>
        </p:nvSpPr>
        <p:spPr>
          <a:xfrm>
            <a:off x="3113586" y="3638007"/>
            <a:ext cx="1598024" cy="1598024"/>
          </a:xfrm>
          <a:prstGeom prst="ellipse">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Oval 12"/>
          <p:cNvSpPr/>
          <p:nvPr userDrawn="1"/>
        </p:nvSpPr>
        <p:spPr>
          <a:xfrm>
            <a:off x="5309508" y="3638007"/>
            <a:ext cx="1598024" cy="1598024"/>
          </a:xfrm>
          <a:prstGeom prst="ellipse">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Oval 13"/>
          <p:cNvSpPr/>
          <p:nvPr userDrawn="1"/>
        </p:nvSpPr>
        <p:spPr>
          <a:xfrm>
            <a:off x="7505429" y="3638007"/>
            <a:ext cx="1598024" cy="1598024"/>
          </a:xfrm>
          <a:prstGeom prst="ellipse">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Oval 14"/>
          <p:cNvSpPr/>
          <p:nvPr userDrawn="1"/>
        </p:nvSpPr>
        <p:spPr>
          <a:xfrm>
            <a:off x="9701348" y="3638007"/>
            <a:ext cx="1598024" cy="1598024"/>
          </a:xfrm>
          <a:prstGeom prst="ellipse">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6" name="Straight Arrow Connector 15"/>
          <p:cNvCxnSpPr/>
          <p:nvPr userDrawn="1"/>
        </p:nvCxnSpPr>
        <p:spPr>
          <a:xfrm>
            <a:off x="2700337" y="4437019"/>
            <a:ext cx="228600" cy="0"/>
          </a:xfrm>
          <a:prstGeom prst="straightConnector1">
            <a:avLst/>
          </a:prstGeom>
          <a:ln w="19050">
            <a:solidFill>
              <a:schemeClr val="bg1">
                <a:lumMod val="65000"/>
                <a:lumOff val="35000"/>
              </a:schemeClr>
            </a:solidFill>
            <a:tailEnd type="arrow" w="lg" len="med"/>
          </a:ln>
        </p:spPr>
        <p:style>
          <a:lnRef idx="1">
            <a:schemeClr val="accent1"/>
          </a:lnRef>
          <a:fillRef idx="0">
            <a:schemeClr val="accent1"/>
          </a:fillRef>
          <a:effectRef idx="0">
            <a:schemeClr val="accent1"/>
          </a:effectRef>
          <a:fontRef idx="minor">
            <a:schemeClr val="tx1"/>
          </a:fontRef>
        </p:style>
      </p:cxnSp>
      <p:cxnSp>
        <p:nvCxnSpPr>
          <p:cNvPr id="17" name="Straight Arrow Connector 16"/>
          <p:cNvCxnSpPr/>
          <p:nvPr userDrawn="1"/>
        </p:nvCxnSpPr>
        <p:spPr>
          <a:xfrm>
            <a:off x="4896259" y="4437019"/>
            <a:ext cx="228600" cy="0"/>
          </a:xfrm>
          <a:prstGeom prst="straightConnector1">
            <a:avLst/>
          </a:prstGeom>
          <a:ln w="19050">
            <a:solidFill>
              <a:schemeClr val="bg1">
                <a:lumMod val="65000"/>
                <a:lumOff val="35000"/>
              </a:schemeClr>
            </a:solidFill>
            <a:tailEnd type="arrow" w="lg" len="med"/>
          </a:ln>
        </p:spPr>
        <p:style>
          <a:lnRef idx="1">
            <a:schemeClr val="accent1"/>
          </a:lnRef>
          <a:fillRef idx="0">
            <a:schemeClr val="accent1"/>
          </a:fillRef>
          <a:effectRef idx="0">
            <a:schemeClr val="accent1"/>
          </a:effectRef>
          <a:fontRef idx="minor">
            <a:schemeClr val="tx1"/>
          </a:fontRef>
        </p:style>
      </p:cxnSp>
      <p:cxnSp>
        <p:nvCxnSpPr>
          <p:cNvPr id="18" name="Straight Arrow Connector 17"/>
          <p:cNvCxnSpPr/>
          <p:nvPr userDrawn="1"/>
        </p:nvCxnSpPr>
        <p:spPr>
          <a:xfrm>
            <a:off x="7092181" y="4437019"/>
            <a:ext cx="228600" cy="0"/>
          </a:xfrm>
          <a:prstGeom prst="straightConnector1">
            <a:avLst/>
          </a:prstGeom>
          <a:ln w="19050">
            <a:solidFill>
              <a:schemeClr val="bg1">
                <a:lumMod val="65000"/>
                <a:lumOff val="35000"/>
              </a:schemeClr>
            </a:solidFill>
            <a:tailEnd type="arrow" w="lg" len="med"/>
          </a:ln>
        </p:spPr>
        <p:style>
          <a:lnRef idx="1">
            <a:schemeClr val="accent1"/>
          </a:lnRef>
          <a:fillRef idx="0">
            <a:schemeClr val="accent1"/>
          </a:fillRef>
          <a:effectRef idx="0">
            <a:schemeClr val="accent1"/>
          </a:effectRef>
          <a:fontRef idx="minor">
            <a:schemeClr val="tx1"/>
          </a:fontRef>
        </p:style>
      </p:cxnSp>
      <p:cxnSp>
        <p:nvCxnSpPr>
          <p:cNvPr id="19" name="Straight Arrow Connector 18"/>
          <p:cNvCxnSpPr/>
          <p:nvPr userDrawn="1"/>
        </p:nvCxnSpPr>
        <p:spPr>
          <a:xfrm>
            <a:off x="9288101" y="4437019"/>
            <a:ext cx="228600" cy="0"/>
          </a:xfrm>
          <a:prstGeom prst="straightConnector1">
            <a:avLst/>
          </a:prstGeom>
          <a:ln w="19050">
            <a:solidFill>
              <a:schemeClr val="bg1">
                <a:lumMod val="65000"/>
                <a:lumOff val="35000"/>
              </a:schemeClr>
            </a:solidFill>
            <a:tailEnd type="arrow" w="lg" len="med"/>
          </a:ln>
        </p:spPr>
        <p:style>
          <a:lnRef idx="1">
            <a:schemeClr val="accent1"/>
          </a:lnRef>
          <a:fillRef idx="0">
            <a:schemeClr val="accent1"/>
          </a:fillRef>
          <a:effectRef idx="0">
            <a:schemeClr val="accent1"/>
          </a:effectRef>
          <a:fontRef idx="minor">
            <a:schemeClr val="tx1"/>
          </a:fontRef>
        </p:style>
      </p:cxnSp>
      <p:sp>
        <p:nvSpPr>
          <p:cNvPr id="20" name="Text Placeholder 6"/>
          <p:cNvSpPr>
            <a:spLocks noGrp="1"/>
          </p:cNvSpPr>
          <p:nvPr>
            <p:ph type="body" sz="quarter" idx="13" hasCustomPrompt="1"/>
          </p:nvPr>
        </p:nvSpPr>
        <p:spPr>
          <a:xfrm>
            <a:off x="1045028" y="4040777"/>
            <a:ext cx="1349829" cy="809897"/>
          </a:xfrm>
          <a:prstGeom prst="rect">
            <a:avLst/>
          </a:prstGeom>
        </p:spPr>
        <p:txBody>
          <a:bodyPr lIns="0"/>
          <a:lstStyle>
            <a:lvl1pPr marL="0" indent="0" algn="ctr">
              <a:lnSpc>
                <a:spcPct val="100000"/>
              </a:lnSpc>
              <a:buNone/>
              <a:defRPr sz="1600">
                <a:latin typeface="Proxima Nova Black" panose="02000506030000020004" pitchFamily="50" charset="0"/>
                <a:ea typeface="Open Sans" panose="020B0606030504020204" pitchFamily="34" charset="0"/>
                <a:cs typeface="Open Sans" panose="020B0606030504020204" pitchFamily="34" charset="0"/>
              </a:defRPr>
            </a:lvl1pPr>
            <a:lvl2pPr marL="457200" indent="0">
              <a:buNone/>
              <a:defRPr sz="1800">
                <a:latin typeface="Open Sans" panose="020B0606030504020204" pitchFamily="34" charset="0"/>
                <a:ea typeface="Open Sans" panose="020B0606030504020204" pitchFamily="34" charset="0"/>
                <a:cs typeface="Open Sans" panose="020B0606030504020204" pitchFamily="34" charset="0"/>
              </a:defRPr>
            </a:lvl2pPr>
            <a:lvl3pPr marL="914400" indent="0">
              <a:buNone/>
              <a:defRPr sz="1600">
                <a:latin typeface="Open Sans" panose="020B0606030504020204" pitchFamily="34" charset="0"/>
                <a:ea typeface="Open Sans" panose="020B0606030504020204" pitchFamily="34" charset="0"/>
                <a:cs typeface="Open Sans" panose="020B0606030504020204" pitchFamily="34" charset="0"/>
              </a:defRPr>
            </a:lvl3pPr>
            <a:lvl4pPr marL="1371600" indent="0">
              <a:buNone/>
              <a:defRPr sz="1400">
                <a:latin typeface="Open Sans" panose="020B0606030504020204" pitchFamily="34" charset="0"/>
                <a:ea typeface="Open Sans" panose="020B0606030504020204" pitchFamily="34" charset="0"/>
                <a:cs typeface="Open Sans" panose="020B0606030504020204" pitchFamily="34" charset="0"/>
              </a:defRPr>
            </a:lvl4pPr>
            <a:lvl5pPr marL="1828800" indent="0">
              <a:buNone/>
              <a:defRPr sz="1200">
                <a:latin typeface="Open Sans" panose="020B0606030504020204" pitchFamily="34" charset="0"/>
                <a:ea typeface="Open Sans" panose="020B0606030504020204" pitchFamily="34" charset="0"/>
                <a:cs typeface="Open Sans" panose="020B0606030504020204" pitchFamily="34" charset="0"/>
              </a:defRPr>
            </a:lvl5pPr>
          </a:lstStyle>
          <a:p>
            <a:pPr lvl="0"/>
            <a:r>
              <a:rPr lang="en-US" dirty="0"/>
              <a:t>Click to edit the text </a:t>
            </a:r>
          </a:p>
        </p:txBody>
      </p:sp>
      <p:sp>
        <p:nvSpPr>
          <p:cNvPr id="22" name="Text Placeholder 6"/>
          <p:cNvSpPr>
            <a:spLocks noGrp="1"/>
          </p:cNvSpPr>
          <p:nvPr>
            <p:ph type="body" sz="quarter" idx="14" hasCustomPrompt="1"/>
          </p:nvPr>
        </p:nvSpPr>
        <p:spPr>
          <a:xfrm>
            <a:off x="3247481" y="4040777"/>
            <a:ext cx="1349829" cy="809897"/>
          </a:xfrm>
          <a:prstGeom prst="rect">
            <a:avLst/>
          </a:prstGeom>
        </p:spPr>
        <p:txBody>
          <a:bodyPr lIns="0"/>
          <a:lstStyle>
            <a:lvl1pPr marL="0" indent="0" algn="ctr">
              <a:lnSpc>
                <a:spcPct val="100000"/>
              </a:lnSpc>
              <a:buNone/>
              <a:defRPr sz="1600">
                <a:latin typeface="Proxima Nova Black" panose="02000506030000020004" pitchFamily="50" charset="0"/>
                <a:ea typeface="Open Sans" panose="020B0606030504020204" pitchFamily="34" charset="0"/>
                <a:cs typeface="Open Sans" panose="020B0606030504020204" pitchFamily="34" charset="0"/>
              </a:defRPr>
            </a:lvl1pPr>
            <a:lvl2pPr marL="457200" indent="0">
              <a:buNone/>
              <a:defRPr sz="1800">
                <a:latin typeface="Open Sans" panose="020B0606030504020204" pitchFamily="34" charset="0"/>
                <a:ea typeface="Open Sans" panose="020B0606030504020204" pitchFamily="34" charset="0"/>
                <a:cs typeface="Open Sans" panose="020B0606030504020204" pitchFamily="34" charset="0"/>
              </a:defRPr>
            </a:lvl2pPr>
            <a:lvl3pPr marL="914400" indent="0">
              <a:buNone/>
              <a:defRPr sz="1600">
                <a:latin typeface="Open Sans" panose="020B0606030504020204" pitchFamily="34" charset="0"/>
                <a:ea typeface="Open Sans" panose="020B0606030504020204" pitchFamily="34" charset="0"/>
                <a:cs typeface="Open Sans" panose="020B0606030504020204" pitchFamily="34" charset="0"/>
              </a:defRPr>
            </a:lvl3pPr>
            <a:lvl4pPr marL="1371600" indent="0">
              <a:buNone/>
              <a:defRPr sz="1400">
                <a:latin typeface="Open Sans" panose="020B0606030504020204" pitchFamily="34" charset="0"/>
                <a:ea typeface="Open Sans" panose="020B0606030504020204" pitchFamily="34" charset="0"/>
                <a:cs typeface="Open Sans" panose="020B0606030504020204" pitchFamily="34" charset="0"/>
              </a:defRPr>
            </a:lvl4pPr>
            <a:lvl5pPr marL="1828800" indent="0">
              <a:buNone/>
              <a:defRPr sz="1200">
                <a:latin typeface="Open Sans" panose="020B0606030504020204" pitchFamily="34" charset="0"/>
                <a:ea typeface="Open Sans" panose="020B0606030504020204" pitchFamily="34" charset="0"/>
                <a:cs typeface="Open Sans" panose="020B0606030504020204" pitchFamily="34" charset="0"/>
              </a:defRPr>
            </a:lvl5pPr>
          </a:lstStyle>
          <a:p>
            <a:pPr lvl="0"/>
            <a:r>
              <a:rPr lang="en-US" dirty="0"/>
              <a:t>Click to edit the text </a:t>
            </a:r>
          </a:p>
        </p:txBody>
      </p:sp>
      <p:sp>
        <p:nvSpPr>
          <p:cNvPr id="23" name="Text Placeholder 6"/>
          <p:cNvSpPr>
            <a:spLocks noGrp="1"/>
          </p:cNvSpPr>
          <p:nvPr>
            <p:ph type="body" sz="quarter" idx="15" hasCustomPrompt="1"/>
          </p:nvPr>
        </p:nvSpPr>
        <p:spPr>
          <a:xfrm>
            <a:off x="5433605" y="4040777"/>
            <a:ext cx="1349829" cy="809897"/>
          </a:xfrm>
          <a:prstGeom prst="rect">
            <a:avLst/>
          </a:prstGeom>
        </p:spPr>
        <p:txBody>
          <a:bodyPr lIns="0"/>
          <a:lstStyle>
            <a:lvl1pPr marL="0" indent="0" algn="ctr">
              <a:lnSpc>
                <a:spcPct val="100000"/>
              </a:lnSpc>
              <a:buNone/>
              <a:defRPr sz="1600">
                <a:latin typeface="Proxima Nova Black" panose="02000506030000020004" pitchFamily="50" charset="0"/>
                <a:ea typeface="Open Sans" panose="020B0606030504020204" pitchFamily="34" charset="0"/>
                <a:cs typeface="Open Sans" panose="020B0606030504020204" pitchFamily="34" charset="0"/>
              </a:defRPr>
            </a:lvl1pPr>
            <a:lvl2pPr marL="457200" indent="0">
              <a:buNone/>
              <a:defRPr sz="1800">
                <a:latin typeface="Open Sans" panose="020B0606030504020204" pitchFamily="34" charset="0"/>
                <a:ea typeface="Open Sans" panose="020B0606030504020204" pitchFamily="34" charset="0"/>
                <a:cs typeface="Open Sans" panose="020B0606030504020204" pitchFamily="34" charset="0"/>
              </a:defRPr>
            </a:lvl2pPr>
            <a:lvl3pPr marL="914400" indent="0">
              <a:buNone/>
              <a:defRPr sz="1600">
                <a:latin typeface="Open Sans" panose="020B0606030504020204" pitchFamily="34" charset="0"/>
                <a:ea typeface="Open Sans" panose="020B0606030504020204" pitchFamily="34" charset="0"/>
                <a:cs typeface="Open Sans" panose="020B0606030504020204" pitchFamily="34" charset="0"/>
              </a:defRPr>
            </a:lvl3pPr>
            <a:lvl4pPr marL="1371600" indent="0">
              <a:buNone/>
              <a:defRPr sz="1400">
                <a:latin typeface="Open Sans" panose="020B0606030504020204" pitchFamily="34" charset="0"/>
                <a:ea typeface="Open Sans" panose="020B0606030504020204" pitchFamily="34" charset="0"/>
                <a:cs typeface="Open Sans" panose="020B0606030504020204" pitchFamily="34" charset="0"/>
              </a:defRPr>
            </a:lvl4pPr>
            <a:lvl5pPr marL="1828800" indent="0">
              <a:buNone/>
              <a:defRPr sz="1200">
                <a:latin typeface="Open Sans" panose="020B0606030504020204" pitchFamily="34" charset="0"/>
                <a:ea typeface="Open Sans" panose="020B0606030504020204" pitchFamily="34" charset="0"/>
                <a:cs typeface="Open Sans" panose="020B0606030504020204" pitchFamily="34" charset="0"/>
              </a:defRPr>
            </a:lvl5pPr>
          </a:lstStyle>
          <a:p>
            <a:pPr lvl="0"/>
            <a:r>
              <a:rPr lang="en-US" dirty="0"/>
              <a:t>Click to edit the text </a:t>
            </a:r>
          </a:p>
        </p:txBody>
      </p:sp>
      <p:sp>
        <p:nvSpPr>
          <p:cNvPr id="24" name="Text Placeholder 6"/>
          <p:cNvSpPr>
            <a:spLocks noGrp="1"/>
          </p:cNvSpPr>
          <p:nvPr>
            <p:ph type="body" sz="quarter" idx="16" hasCustomPrompt="1"/>
          </p:nvPr>
        </p:nvSpPr>
        <p:spPr>
          <a:xfrm>
            <a:off x="7639324" y="4040777"/>
            <a:ext cx="1349829" cy="809897"/>
          </a:xfrm>
          <a:prstGeom prst="rect">
            <a:avLst/>
          </a:prstGeom>
        </p:spPr>
        <p:txBody>
          <a:bodyPr lIns="0"/>
          <a:lstStyle>
            <a:lvl1pPr marL="0" indent="0" algn="ctr">
              <a:lnSpc>
                <a:spcPct val="100000"/>
              </a:lnSpc>
              <a:buNone/>
              <a:defRPr sz="1600">
                <a:latin typeface="Proxima Nova Black" panose="02000506030000020004" pitchFamily="50" charset="0"/>
                <a:ea typeface="Open Sans" panose="020B0606030504020204" pitchFamily="34" charset="0"/>
                <a:cs typeface="Open Sans" panose="020B0606030504020204" pitchFamily="34" charset="0"/>
              </a:defRPr>
            </a:lvl1pPr>
            <a:lvl2pPr marL="457200" indent="0">
              <a:buNone/>
              <a:defRPr sz="1800">
                <a:latin typeface="Open Sans" panose="020B0606030504020204" pitchFamily="34" charset="0"/>
                <a:ea typeface="Open Sans" panose="020B0606030504020204" pitchFamily="34" charset="0"/>
                <a:cs typeface="Open Sans" panose="020B0606030504020204" pitchFamily="34" charset="0"/>
              </a:defRPr>
            </a:lvl2pPr>
            <a:lvl3pPr marL="914400" indent="0">
              <a:buNone/>
              <a:defRPr sz="1600">
                <a:latin typeface="Open Sans" panose="020B0606030504020204" pitchFamily="34" charset="0"/>
                <a:ea typeface="Open Sans" panose="020B0606030504020204" pitchFamily="34" charset="0"/>
                <a:cs typeface="Open Sans" panose="020B0606030504020204" pitchFamily="34" charset="0"/>
              </a:defRPr>
            </a:lvl3pPr>
            <a:lvl4pPr marL="1371600" indent="0">
              <a:buNone/>
              <a:defRPr sz="1400">
                <a:latin typeface="Open Sans" panose="020B0606030504020204" pitchFamily="34" charset="0"/>
                <a:ea typeface="Open Sans" panose="020B0606030504020204" pitchFamily="34" charset="0"/>
                <a:cs typeface="Open Sans" panose="020B0606030504020204" pitchFamily="34" charset="0"/>
              </a:defRPr>
            </a:lvl4pPr>
            <a:lvl5pPr marL="1828800" indent="0">
              <a:buNone/>
              <a:defRPr sz="1200">
                <a:latin typeface="Open Sans" panose="020B0606030504020204" pitchFamily="34" charset="0"/>
                <a:ea typeface="Open Sans" panose="020B0606030504020204" pitchFamily="34" charset="0"/>
                <a:cs typeface="Open Sans" panose="020B0606030504020204" pitchFamily="34" charset="0"/>
              </a:defRPr>
            </a:lvl5pPr>
          </a:lstStyle>
          <a:p>
            <a:pPr lvl="0"/>
            <a:r>
              <a:rPr lang="en-US" dirty="0"/>
              <a:t>Click to edit the text </a:t>
            </a:r>
          </a:p>
        </p:txBody>
      </p:sp>
      <p:sp>
        <p:nvSpPr>
          <p:cNvPr id="25" name="Text Placeholder 6"/>
          <p:cNvSpPr>
            <a:spLocks noGrp="1"/>
          </p:cNvSpPr>
          <p:nvPr>
            <p:ph type="body" sz="quarter" idx="17" hasCustomPrompt="1"/>
          </p:nvPr>
        </p:nvSpPr>
        <p:spPr>
          <a:xfrm>
            <a:off x="9825445" y="4040777"/>
            <a:ext cx="1349829" cy="809897"/>
          </a:xfrm>
          <a:prstGeom prst="rect">
            <a:avLst/>
          </a:prstGeom>
        </p:spPr>
        <p:txBody>
          <a:bodyPr lIns="0"/>
          <a:lstStyle>
            <a:lvl1pPr marL="0" indent="0" algn="ctr">
              <a:lnSpc>
                <a:spcPct val="100000"/>
              </a:lnSpc>
              <a:buNone/>
              <a:defRPr sz="1600">
                <a:latin typeface="Proxima Nova Black" panose="02000506030000020004" pitchFamily="50" charset="0"/>
                <a:ea typeface="Open Sans" panose="020B0606030504020204" pitchFamily="34" charset="0"/>
                <a:cs typeface="Open Sans" panose="020B0606030504020204" pitchFamily="34" charset="0"/>
              </a:defRPr>
            </a:lvl1pPr>
            <a:lvl2pPr marL="457200" indent="0">
              <a:buNone/>
              <a:defRPr sz="1800">
                <a:latin typeface="Open Sans" panose="020B0606030504020204" pitchFamily="34" charset="0"/>
                <a:ea typeface="Open Sans" panose="020B0606030504020204" pitchFamily="34" charset="0"/>
                <a:cs typeface="Open Sans" panose="020B0606030504020204" pitchFamily="34" charset="0"/>
              </a:defRPr>
            </a:lvl2pPr>
            <a:lvl3pPr marL="914400" indent="0">
              <a:buNone/>
              <a:defRPr sz="1600">
                <a:latin typeface="Open Sans" panose="020B0606030504020204" pitchFamily="34" charset="0"/>
                <a:ea typeface="Open Sans" panose="020B0606030504020204" pitchFamily="34" charset="0"/>
                <a:cs typeface="Open Sans" panose="020B0606030504020204" pitchFamily="34" charset="0"/>
              </a:defRPr>
            </a:lvl3pPr>
            <a:lvl4pPr marL="1371600" indent="0">
              <a:buNone/>
              <a:defRPr sz="1400">
                <a:latin typeface="Open Sans" panose="020B0606030504020204" pitchFamily="34" charset="0"/>
                <a:ea typeface="Open Sans" panose="020B0606030504020204" pitchFamily="34" charset="0"/>
                <a:cs typeface="Open Sans" panose="020B0606030504020204" pitchFamily="34" charset="0"/>
              </a:defRPr>
            </a:lvl4pPr>
            <a:lvl5pPr marL="1828800" indent="0">
              <a:buNone/>
              <a:defRPr sz="1200">
                <a:latin typeface="Open Sans" panose="020B0606030504020204" pitchFamily="34" charset="0"/>
                <a:ea typeface="Open Sans" panose="020B0606030504020204" pitchFamily="34" charset="0"/>
                <a:cs typeface="Open Sans" panose="020B0606030504020204" pitchFamily="34" charset="0"/>
              </a:defRPr>
            </a:lvl5pPr>
          </a:lstStyle>
          <a:p>
            <a:pPr lvl="0"/>
            <a:r>
              <a:rPr lang="en-US" dirty="0"/>
              <a:t>Click to edit the text </a:t>
            </a:r>
          </a:p>
        </p:txBody>
      </p:sp>
      <p:sp>
        <p:nvSpPr>
          <p:cNvPr id="21" name="TextBox 20"/>
          <p:cNvSpPr txBox="1"/>
          <p:nvPr userDrawn="1"/>
        </p:nvSpPr>
        <p:spPr>
          <a:xfrm>
            <a:off x="9486900" y="236808"/>
            <a:ext cx="2121626" cy="261610"/>
          </a:xfrm>
          <a:prstGeom prst="rect">
            <a:avLst/>
          </a:prstGeom>
          <a:noFill/>
        </p:spPr>
        <p:txBody>
          <a:bodyPr wrap="square" rtlCol="0">
            <a:spAutoFit/>
          </a:bodyPr>
          <a:lstStyle/>
          <a:p>
            <a:pPr algn="r"/>
            <a:r>
              <a:rPr lang="en-US" sz="1100" dirty="0">
                <a:latin typeface="Open Sans" panose="020B0606030504020204" pitchFamily="34" charset="0"/>
                <a:ea typeface="Open Sans" panose="020B0606030504020204" pitchFamily="34" charset="0"/>
                <a:cs typeface="Open Sans" panose="020B0606030504020204" pitchFamily="34" charset="0"/>
              </a:rPr>
              <a:t>SoftServe Confidential</a:t>
            </a:r>
          </a:p>
        </p:txBody>
      </p:sp>
    </p:spTree>
    <p:extLst>
      <p:ext uri="{BB962C8B-B14F-4D97-AF65-F5344CB8AC3E}">
        <p14:creationId xmlns:p14="http://schemas.microsoft.com/office/powerpoint/2010/main" val="387487667"/>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TITLE-TIMELINE-LIGHT">
    <p:spTree>
      <p:nvGrpSpPr>
        <p:cNvPr id="1" name=""/>
        <p:cNvGrpSpPr/>
        <p:nvPr/>
      </p:nvGrpSpPr>
      <p:grpSpPr>
        <a:xfrm>
          <a:off x="0" y="0"/>
          <a:ext cx="0" cy="0"/>
          <a:chOff x="0" y="0"/>
          <a:chExt cx="0" cy="0"/>
        </a:xfrm>
      </p:grpSpPr>
      <p:sp>
        <p:nvSpPr>
          <p:cNvPr id="20" name="Text Placeholder 6"/>
          <p:cNvSpPr>
            <a:spLocks noGrp="1"/>
          </p:cNvSpPr>
          <p:nvPr>
            <p:ph type="body" sz="quarter" idx="13" hasCustomPrompt="1"/>
          </p:nvPr>
        </p:nvSpPr>
        <p:spPr>
          <a:xfrm>
            <a:off x="685800" y="2057400"/>
            <a:ext cx="1466850" cy="809897"/>
          </a:xfrm>
          <a:prstGeom prst="rect">
            <a:avLst/>
          </a:prstGeom>
        </p:spPr>
        <p:txBody>
          <a:bodyPr lIns="0"/>
          <a:lstStyle>
            <a:lvl1pPr marL="0" indent="0" algn="l">
              <a:lnSpc>
                <a:spcPct val="100000"/>
              </a:lnSpc>
              <a:buNone/>
              <a:defRPr sz="1600">
                <a:latin typeface="Proxima Nova Black" panose="02000506030000020004" pitchFamily="50" charset="0"/>
                <a:ea typeface="Open Sans" panose="020B0606030504020204" pitchFamily="34" charset="0"/>
                <a:cs typeface="Open Sans" panose="020B0606030504020204" pitchFamily="34" charset="0"/>
              </a:defRPr>
            </a:lvl1pPr>
            <a:lvl2pPr marL="457200" indent="0">
              <a:buNone/>
              <a:defRPr sz="1800">
                <a:latin typeface="Open Sans" panose="020B0606030504020204" pitchFamily="34" charset="0"/>
                <a:ea typeface="Open Sans" panose="020B0606030504020204" pitchFamily="34" charset="0"/>
                <a:cs typeface="Open Sans" panose="020B0606030504020204" pitchFamily="34" charset="0"/>
              </a:defRPr>
            </a:lvl2pPr>
            <a:lvl3pPr marL="914400" indent="0">
              <a:buNone/>
              <a:defRPr sz="1600">
                <a:latin typeface="Open Sans" panose="020B0606030504020204" pitchFamily="34" charset="0"/>
                <a:ea typeface="Open Sans" panose="020B0606030504020204" pitchFamily="34" charset="0"/>
                <a:cs typeface="Open Sans" panose="020B0606030504020204" pitchFamily="34" charset="0"/>
              </a:defRPr>
            </a:lvl3pPr>
            <a:lvl4pPr marL="1371600" indent="0">
              <a:buNone/>
              <a:defRPr sz="1400">
                <a:latin typeface="Open Sans" panose="020B0606030504020204" pitchFamily="34" charset="0"/>
                <a:ea typeface="Open Sans" panose="020B0606030504020204" pitchFamily="34" charset="0"/>
                <a:cs typeface="Open Sans" panose="020B0606030504020204" pitchFamily="34" charset="0"/>
              </a:defRPr>
            </a:lvl4pPr>
            <a:lvl5pPr marL="1828800" indent="0">
              <a:buNone/>
              <a:defRPr sz="1200">
                <a:latin typeface="Open Sans" panose="020B0606030504020204" pitchFamily="34" charset="0"/>
                <a:ea typeface="Open Sans" panose="020B0606030504020204" pitchFamily="34" charset="0"/>
                <a:cs typeface="Open Sans" panose="020B0606030504020204" pitchFamily="34" charset="0"/>
              </a:defRPr>
            </a:lvl5pPr>
          </a:lstStyle>
          <a:p>
            <a:pPr lvl="0"/>
            <a:r>
              <a:rPr lang="en-US" dirty="0"/>
              <a:t>Click to edit the text</a:t>
            </a:r>
          </a:p>
        </p:txBody>
      </p:sp>
      <p:sp>
        <p:nvSpPr>
          <p:cNvPr id="21" name="Title 1"/>
          <p:cNvSpPr>
            <a:spLocks noGrp="1"/>
          </p:cNvSpPr>
          <p:nvPr>
            <p:ph type="title" hasCustomPrompt="1"/>
          </p:nvPr>
        </p:nvSpPr>
        <p:spPr>
          <a:xfrm>
            <a:off x="685800" y="685801"/>
            <a:ext cx="10820400" cy="685800"/>
          </a:xfrm>
          <a:prstGeom prst="rect">
            <a:avLst/>
          </a:prstGeom>
        </p:spPr>
        <p:txBody>
          <a:bodyPr lIns="0"/>
          <a:lstStyle>
            <a:lvl1pPr>
              <a:defRPr baseline="0">
                <a:latin typeface="Proxima Nova Black" panose="02000506030000020004" pitchFamily="50" charset="0"/>
              </a:defRPr>
            </a:lvl1pPr>
          </a:lstStyle>
          <a:p>
            <a:r>
              <a:rPr lang="en-US" dirty="0"/>
              <a:t>TITLE TO BE CAPITALIZED</a:t>
            </a:r>
          </a:p>
        </p:txBody>
      </p:sp>
      <p:cxnSp>
        <p:nvCxnSpPr>
          <p:cNvPr id="6" name="Straight Connector 5"/>
          <p:cNvCxnSpPr/>
          <p:nvPr userDrawn="1"/>
        </p:nvCxnSpPr>
        <p:spPr>
          <a:xfrm>
            <a:off x="-28575" y="2743200"/>
            <a:ext cx="12252960"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7" name="Oval 6"/>
          <p:cNvSpPr/>
          <p:nvPr userDrawn="1"/>
        </p:nvSpPr>
        <p:spPr>
          <a:xfrm>
            <a:off x="617220" y="2674620"/>
            <a:ext cx="137160" cy="13716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Oval 25"/>
          <p:cNvSpPr/>
          <p:nvPr userDrawn="1"/>
        </p:nvSpPr>
        <p:spPr>
          <a:xfrm>
            <a:off x="2827020" y="2674620"/>
            <a:ext cx="137160" cy="13716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Oval 26"/>
          <p:cNvSpPr/>
          <p:nvPr userDrawn="1"/>
        </p:nvSpPr>
        <p:spPr>
          <a:xfrm>
            <a:off x="5036820" y="2674620"/>
            <a:ext cx="137160" cy="13716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Oval 27"/>
          <p:cNvSpPr/>
          <p:nvPr userDrawn="1"/>
        </p:nvSpPr>
        <p:spPr>
          <a:xfrm>
            <a:off x="7246620" y="2674620"/>
            <a:ext cx="137160" cy="13716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Oval 28"/>
          <p:cNvSpPr/>
          <p:nvPr userDrawn="1"/>
        </p:nvSpPr>
        <p:spPr>
          <a:xfrm>
            <a:off x="9456420" y="2674620"/>
            <a:ext cx="137160" cy="13716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Text Placeholder 6"/>
          <p:cNvSpPr>
            <a:spLocks noGrp="1"/>
          </p:cNvSpPr>
          <p:nvPr>
            <p:ph type="body" sz="quarter" idx="18" hasCustomPrompt="1"/>
          </p:nvPr>
        </p:nvSpPr>
        <p:spPr>
          <a:xfrm>
            <a:off x="2895600" y="2057400"/>
            <a:ext cx="1466850" cy="809897"/>
          </a:xfrm>
          <a:prstGeom prst="rect">
            <a:avLst/>
          </a:prstGeom>
        </p:spPr>
        <p:txBody>
          <a:bodyPr lIns="0"/>
          <a:lstStyle>
            <a:lvl1pPr marL="0" indent="0" algn="l">
              <a:lnSpc>
                <a:spcPct val="100000"/>
              </a:lnSpc>
              <a:buNone/>
              <a:defRPr sz="1600">
                <a:latin typeface="Proxima Nova Black" panose="02000506030000020004" pitchFamily="50" charset="0"/>
                <a:ea typeface="Open Sans" panose="020B0606030504020204" pitchFamily="34" charset="0"/>
                <a:cs typeface="Open Sans" panose="020B0606030504020204" pitchFamily="34" charset="0"/>
              </a:defRPr>
            </a:lvl1pPr>
            <a:lvl2pPr marL="457200" indent="0">
              <a:buNone/>
              <a:defRPr sz="1800">
                <a:latin typeface="Open Sans" panose="020B0606030504020204" pitchFamily="34" charset="0"/>
                <a:ea typeface="Open Sans" panose="020B0606030504020204" pitchFamily="34" charset="0"/>
                <a:cs typeface="Open Sans" panose="020B0606030504020204" pitchFamily="34" charset="0"/>
              </a:defRPr>
            </a:lvl2pPr>
            <a:lvl3pPr marL="914400" indent="0">
              <a:buNone/>
              <a:defRPr sz="1600">
                <a:latin typeface="Open Sans" panose="020B0606030504020204" pitchFamily="34" charset="0"/>
                <a:ea typeface="Open Sans" panose="020B0606030504020204" pitchFamily="34" charset="0"/>
                <a:cs typeface="Open Sans" panose="020B0606030504020204" pitchFamily="34" charset="0"/>
              </a:defRPr>
            </a:lvl3pPr>
            <a:lvl4pPr marL="1371600" indent="0">
              <a:buNone/>
              <a:defRPr sz="1400">
                <a:latin typeface="Open Sans" panose="020B0606030504020204" pitchFamily="34" charset="0"/>
                <a:ea typeface="Open Sans" panose="020B0606030504020204" pitchFamily="34" charset="0"/>
                <a:cs typeface="Open Sans" panose="020B0606030504020204" pitchFamily="34" charset="0"/>
              </a:defRPr>
            </a:lvl4pPr>
            <a:lvl5pPr marL="1828800" indent="0">
              <a:buNone/>
              <a:defRPr sz="1200">
                <a:latin typeface="Open Sans" panose="020B0606030504020204" pitchFamily="34" charset="0"/>
                <a:ea typeface="Open Sans" panose="020B0606030504020204" pitchFamily="34" charset="0"/>
                <a:cs typeface="Open Sans" panose="020B0606030504020204" pitchFamily="34" charset="0"/>
              </a:defRPr>
            </a:lvl5pPr>
          </a:lstStyle>
          <a:p>
            <a:pPr lvl="0"/>
            <a:r>
              <a:rPr lang="en-US" dirty="0"/>
              <a:t>Click to edit the text</a:t>
            </a:r>
          </a:p>
        </p:txBody>
      </p:sp>
      <p:sp>
        <p:nvSpPr>
          <p:cNvPr id="31" name="Text Placeholder 6"/>
          <p:cNvSpPr>
            <a:spLocks noGrp="1"/>
          </p:cNvSpPr>
          <p:nvPr>
            <p:ph type="body" sz="quarter" idx="19" hasCustomPrompt="1"/>
          </p:nvPr>
        </p:nvSpPr>
        <p:spPr>
          <a:xfrm>
            <a:off x="5114925" y="2057400"/>
            <a:ext cx="1466850" cy="809897"/>
          </a:xfrm>
          <a:prstGeom prst="rect">
            <a:avLst/>
          </a:prstGeom>
        </p:spPr>
        <p:txBody>
          <a:bodyPr lIns="0"/>
          <a:lstStyle>
            <a:lvl1pPr marL="0" indent="0" algn="l">
              <a:lnSpc>
                <a:spcPct val="100000"/>
              </a:lnSpc>
              <a:buNone/>
              <a:defRPr sz="1600">
                <a:latin typeface="Proxima Nova Black" panose="02000506030000020004" pitchFamily="50" charset="0"/>
                <a:ea typeface="Open Sans" panose="020B0606030504020204" pitchFamily="34" charset="0"/>
                <a:cs typeface="Open Sans" panose="020B0606030504020204" pitchFamily="34" charset="0"/>
              </a:defRPr>
            </a:lvl1pPr>
            <a:lvl2pPr marL="457200" indent="0">
              <a:buNone/>
              <a:defRPr sz="1800">
                <a:latin typeface="Open Sans" panose="020B0606030504020204" pitchFamily="34" charset="0"/>
                <a:ea typeface="Open Sans" panose="020B0606030504020204" pitchFamily="34" charset="0"/>
                <a:cs typeface="Open Sans" panose="020B0606030504020204" pitchFamily="34" charset="0"/>
              </a:defRPr>
            </a:lvl2pPr>
            <a:lvl3pPr marL="914400" indent="0">
              <a:buNone/>
              <a:defRPr sz="1600">
                <a:latin typeface="Open Sans" panose="020B0606030504020204" pitchFamily="34" charset="0"/>
                <a:ea typeface="Open Sans" panose="020B0606030504020204" pitchFamily="34" charset="0"/>
                <a:cs typeface="Open Sans" panose="020B0606030504020204" pitchFamily="34" charset="0"/>
              </a:defRPr>
            </a:lvl3pPr>
            <a:lvl4pPr marL="1371600" indent="0">
              <a:buNone/>
              <a:defRPr sz="1400">
                <a:latin typeface="Open Sans" panose="020B0606030504020204" pitchFamily="34" charset="0"/>
                <a:ea typeface="Open Sans" panose="020B0606030504020204" pitchFamily="34" charset="0"/>
                <a:cs typeface="Open Sans" panose="020B0606030504020204" pitchFamily="34" charset="0"/>
              </a:defRPr>
            </a:lvl4pPr>
            <a:lvl5pPr marL="1828800" indent="0">
              <a:buNone/>
              <a:defRPr sz="1200">
                <a:latin typeface="Open Sans" panose="020B0606030504020204" pitchFamily="34" charset="0"/>
                <a:ea typeface="Open Sans" panose="020B0606030504020204" pitchFamily="34" charset="0"/>
                <a:cs typeface="Open Sans" panose="020B0606030504020204" pitchFamily="34" charset="0"/>
              </a:defRPr>
            </a:lvl5pPr>
          </a:lstStyle>
          <a:p>
            <a:pPr lvl="0"/>
            <a:r>
              <a:rPr lang="en-US" dirty="0"/>
              <a:t>Click to edit the text</a:t>
            </a:r>
          </a:p>
        </p:txBody>
      </p:sp>
      <p:sp>
        <p:nvSpPr>
          <p:cNvPr id="32" name="Text Placeholder 6"/>
          <p:cNvSpPr>
            <a:spLocks noGrp="1"/>
          </p:cNvSpPr>
          <p:nvPr>
            <p:ph type="body" sz="quarter" idx="20" hasCustomPrompt="1"/>
          </p:nvPr>
        </p:nvSpPr>
        <p:spPr>
          <a:xfrm>
            <a:off x="7315200" y="2057400"/>
            <a:ext cx="1466850" cy="809897"/>
          </a:xfrm>
          <a:prstGeom prst="rect">
            <a:avLst/>
          </a:prstGeom>
        </p:spPr>
        <p:txBody>
          <a:bodyPr lIns="0"/>
          <a:lstStyle>
            <a:lvl1pPr marL="0" indent="0" algn="l">
              <a:lnSpc>
                <a:spcPct val="100000"/>
              </a:lnSpc>
              <a:buNone/>
              <a:defRPr sz="1600">
                <a:latin typeface="Proxima Nova Black" panose="02000506030000020004" pitchFamily="50" charset="0"/>
                <a:ea typeface="Open Sans" panose="020B0606030504020204" pitchFamily="34" charset="0"/>
                <a:cs typeface="Open Sans" panose="020B0606030504020204" pitchFamily="34" charset="0"/>
              </a:defRPr>
            </a:lvl1pPr>
            <a:lvl2pPr marL="457200" indent="0">
              <a:buNone/>
              <a:defRPr sz="1800">
                <a:latin typeface="Open Sans" panose="020B0606030504020204" pitchFamily="34" charset="0"/>
                <a:ea typeface="Open Sans" panose="020B0606030504020204" pitchFamily="34" charset="0"/>
                <a:cs typeface="Open Sans" panose="020B0606030504020204" pitchFamily="34" charset="0"/>
              </a:defRPr>
            </a:lvl2pPr>
            <a:lvl3pPr marL="914400" indent="0">
              <a:buNone/>
              <a:defRPr sz="1600">
                <a:latin typeface="Open Sans" panose="020B0606030504020204" pitchFamily="34" charset="0"/>
                <a:ea typeface="Open Sans" panose="020B0606030504020204" pitchFamily="34" charset="0"/>
                <a:cs typeface="Open Sans" panose="020B0606030504020204" pitchFamily="34" charset="0"/>
              </a:defRPr>
            </a:lvl3pPr>
            <a:lvl4pPr marL="1371600" indent="0">
              <a:buNone/>
              <a:defRPr sz="1400">
                <a:latin typeface="Open Sans" panose="020B0606030504020204" pitchFamily="34" charset="0"/>
                <a:ea typeface="Open Sans" panose="020B0606030504020204" pitchFamily="34" charset="0"/>
                <a:cs typeface="Open Sans" panose="020B0606030504020204" pitchFamily="34" charset="0"/>
              </a:defRPr>
            </a:lvl4pPr>
            <a:lvl5pPr marL="1828800" indent="0">
              <a:buNone/>
              <a:defRPr sz="1200">
                <a:latin typeface="Open Sans" panose="020B0606030504020204" pitchFamily="34" charset="0"/>
                <a:ea typeface="Open Sans" panose="020B0606030504020204" pitchFamily="34" charset="0"/>
                <a:cs typeface="Open Sans" panose="020B0606030504020204" pitchFamily="34" charset="0"/>
              </a:defRPr>
            </a:lvl5pPr>
          </a:lstStyle>
          <a:p>
            <a:pPr lvl="0"/>
            <a:r>
              <a:rPr lang="en-US" dirty="0"/>
              <a:t>Click to edit the text</a:t>
            </a:r>
          </a:p>
        </p:txBody>
      </p:sp>
      <p:sp>
        <p:nvSpPr>
          <p:cNvPr id="33" name="Text Placeholder 6"/>
          <p:cNvSpPr>
            <a:spLocks noGrp="1"/>
          </p:cNvSpPr>
          <p:nvPr>
            <p:ph type="body" sz="quarter" idx="21" hasCustomPrompt="1"/>
          </p:nvPr>
        </p:nvSpPr>
        <p:spPr>
          <a:xfrm>
            <a:off x="9534525" y="2076450"/>
            <a:ext cx="1466850" cy="809897"/>
          </a:xfrm>
          <a:prstGeom prst="rect">
            <a:avLst/>
          </a:prstGeom>
        </p:spPr>
        <p:txBody>
          <a:bodyPr lIns="0"/>
          <a:lstStyle>
            <a:lvl1pPr marL="0" indent="0" algn="l">
              <a:lnSpc>
                <a:spcPct val="100000"/>
              </a:lnSpc>
              <a:buNone/>
              <a:defRPr sz="1600">
                <a:latin typeface="Proxima Nova Black" panose="02000506030000020004" pitchFamily="50" charset="0"/>
                <a:ea typeface="Open Sans" panose="020B0606030504020204" pitchFamily="34" charset="0"/>
                <a:cs typeface="Open Sans" panose="020B0606030504020204" pitchFamily="34" charset="0"/>
              </a:defRPr>
            </a:lvl1pPr>
            <a:lvl2pPr marL="457200" indent="0">
              <a:buNone/>
              <a:defRPr sz="1800">
                <a:latin typeface="Open Sans" panose="020B0606030504020204" pitchFamily="34" charset="0"/>
                <a:ea typeface="Open Sans" panose="020B0606030504020204" pitchFamily="34" charset="0"/>
                <a:cs typeface="Open Sans" panose="020B0606030504020204" pitchFamily="34" charset="0"/>
              </a:defRPr>
            </a:lvl2pPr>
            <a:lvl3pPr marL="914400" indent="0">
              <a:buNone/>
              <a:defRPr sz="1600">
                <a:latin typeface="Open Sans" panose="020B0606030504020204" pitchFamily="34" charset="0"/>
                <a:ea typeface="Open Sans" panose="020B0606030504020204" pitchFamily="34" charset="0"/>
                <a:cs typeface="Open Sans" panose="020B0606030504020204" pitchFamily="34" charset="0"/>
              </a:defRPr>
            </a:lvl3pPr>
            <a:lvl4pPr marL="1371600" indent="0">
              <a:buNone/>
              <a:defRPr sz="1400">
                <a:latin typeface="Open Sans" panose="020B0606030504020204" pitchFamily="34" charset="0"/>
                <a:ea typeface="Open Sans" panose="020B0606030504020204" pitchFamily="34" charset="0"/>
                <a:cs typeface="Open Sans" panose="020B0606030504020204" pitchFamily="34" charset="0"/>
              </a:defRPr>
            </a:lvl4pPr>
            <a:lvl5pPr marL="1828800" indent="0">
              <a:buNone/>
              <a:defRPr sz="1200">
                <a:latin typeface="Open Sans" panose="020B0606030504020204" pitchFamily="34" charset="0"/>
                <a:ea typeface="Open Sans" panose="020B0606030504020204" pitchFamily="34" charset="0"/>
                <a:cs typeface="Open Sans" panose="020B0606030504020204" pitchFamily="34" charset="0"/>
              </a:defRPr>
            </a:lvl5pPr>
          </a:lstStyle>
          <a:p>
            <a:pPr lvl="0"/>
            <a:r>
              <a:rPr lang="en-US" dirty="0"/>
              <a:t>Click to edit the text</a:t>
            </a:r>
          </a:p>
        </p:txBody>
      </p:sp>
      <p:sp>
        <p:nvSpPr>
          <p:cNvPr id="34" name="Text Placeholder 6"/>
          <p:cNvSpPr>
            <a:spLocks noGrp="1"/>
          </p:cNvSpPr>
          <p:nvPr>
            <p:ph type="body" sz="quarter" idx="12" hasCustomPrompt="1"/>
          </p:nvPr>
        </p:nvSpPr>
        <p:spPr>
          <a:xfrm>
            <a:off x="685800" y="3076575"/>
            <a:ext cx="1981200" cy="2276475"/>
          </a:xfrm>
          <a:prstGeom prst="rect">
            <a:avLst/>
          </a:prstGeom>
        </p:spPr>
        <p:txBody>
          <a:bodyPr lIns="0"/>
          <a:lstStyle>
            <a:lvl1pPr marL="0" indent="0">
              <a:lnSpc>
                <a:spcPct val="100000"/>
              </a:lnSpc>
              <a:buNone/>
              <a:defRPr sz="1400">
                <a:latin typeface="Open Sans" panose="020B0606030504020204" pitchFamily="34" charset="0"/>
                <a:ea typeface="Open Sans" panose="020B0606030504020204" pitchFamily="34" charset="0"/>
                <a:cs typeface="Open Sans" panose="020B0606030504020204" pitchFamily="34" charset="0"/>
              </a:defRPr>
            </a:lvl1pPr>
            <a:lvl2pPr marL="457200" indent="0">
              <a:buNone/>
              <a:defRPr sz="1800">
                <a:latin typeface="Open Sans" panose="020B0606030504020204" pitchFamily="34" charset="0"/>
                <a:ea typeface="Open Sans" panose="020B0606030504020204" pitchFamily="34" charset="0"/>
                <a:cs typeface="Open Sans" panose="020B0606030504020204" pitchFamily="34" charset="0"/>
              </a:defRPr>
            </a:lvl2pPr>
            <a:lvl3pPr marL="914400" indent="0">
              <a:buNone/>
              <a:defRPr sz="1600">
                <a:latin typeface="Open Sans" panose="020B0606030504020204" pitchFamily="34" charset="0"/>
                <a:ea typeface="Open Sans" panose="020B0606030504020204" pitchFamily="34" charset="0"/>
                <a:cs typeface="Open Sans" panose="020B0606030504020204" pitchFamily="34" charset="0"/>
              </a:defRPr>
            </a:lvl3pPr>
            <a:lvl4pPr marL="1371600" indent="0">
              <a:buNone/>
              <a:defRPr sz="1400">
                <a:latin typeface="Open Sans" panose="020B0606030504020204" pitchFamily="34" charset="0"/>
                <a:ea typeface="Open Sans" panose="020B0606030504020204" pitchFamily="34" charset="0"/>
                <a:cs typeface="Open Sans" panose="020B0606030504020204" pitchFamily="34" charset="0"/>
              </a:defRPr>
            </a:lvl4pPr>
            <a:lvl5pPr marL="1828800" indent="0">
              <a:buNone/>
              <a:defRPr sz="1200">
                <a:latin typeface="Open Sans" panose="020B0606030504020204" pitchFamily="34" charset="0"/>
                <a:ea typeface="Open Sans" panose="020B0606030504020204" pitchFamily="34" charset="0"/>
                <a:cs typeface="Open Sans" panose="020B0606030504020204" pitchFamily="34" charset="0"/>
              </a:defRPr>
            </a:lvl5pPr>
          </a:lstStyle>
          <a:p>
            <a:pPr lvl="0"/>
            <a:r>
              <a:rPr lang="en-US" dirty="0"/>
              <a:t>Click to edit the text</a:t>
            </a:r>
          </a:p>
        </p:txBody>
      </p:sp>
      <p:sp>
        <p:nvSpPr>
          <p:cNvPr id="35" name="Text Placeholder 6"/>
          <p:cNvSpPr>
            <a:spLocks noGrp="1"/>
          </p:cNvSpPr>
          <p:nvPr>
            <p:ph type="body" sz="quarter" idx="22" hasCustomPrompt="1"/>
          </p:nvPr>
        </p:nvSpPr>
        <p:spPr>
          <a:xfrm>
            <a:off x="2895600" y="3076575"/>
            <a:ext cx="1981200" cy="2276475"/>
          </a:xfrm>
          <a:prstGeom prst="rect">
            <a:avLst/>
          </a:prstGeom>
        </p:spPr>
        <p:txBody>
          <a:bodyPr lIns="0"/>
          <a:lstStyle>
            <a:lvl1pPr marL="0" indent="0">
              <a:lnSpc>
                <a:spcPct val="100000"/>
              </a:lnSpc>
              <a:buNone/>
              <a:defRPr sz="1400">
                <a:latin typeface="Open Sans" panose="020B0606030504020204" pitchFamily="34" charset="0"/>
                <a:ea typeface="Open Sans" panose="020B0606030504020204" pitchFamily="34" charset="0"/>
                <a:cs typeface="Open Sans" panose="020B0606030504020204" pitchFamily="34" charset="0"/>
              </a:defRPr>
            </a:lvl1pPr>
            <a:lvl2pPr marL="457200" indent="0">
              <a:buNone/>
              <a:defRPr sz="1800">
                <a:latin typeface="Open Sans" panose="020B0606030504020204" pitchFamily="34" charset="0"/>
                <a:ea typeface="Open Sans" panose="020B0606030504020204" pitchFamily="34" charset="0"/>
                <a:cs typeface="Open Sans" panose="020B0606030504020204" pitchFamily="34" charset="0"/>
              </a:defRPr>
            </a:lvl2pPr>
            <a:lvl3pPr marL="914400" indent="0">
              <a:buNone/>
              <a:defRPr sz="1600">
                <a:latin typeface="Open Sans" panose="020B0606030504020204" pitchFamily="34" charset="0"/>
                <a:ea typeface="Open Sans" panose="020B0606030504020204" pitchFamily="34" charset="0"/>
                <a:cs typeface="Open Sans" panose="020B0606030504020204" pitchFamily="34" charset="0"/>
              </a:defRPr>
            </a:lvl3pPr>
            <a:lvl4pPr marL="1371600" indent="0">
              <a:buNone/>
              <a:defRPr sz="1400">
                <a:latin typeface="Open Sans" panose="020B0606030504020204" pitchFamily="34" charset="0"/>
                <a:ea typeface="Open Sans" panose="020B0606030504020204" pitchFamily="34" charset="0"/>
                <a:cs typeface="Open Sans" panose="020B0606030504020204" pitchFamily="34" charset="0"/>
              </a:defRPr>
            </a:lvl4pPr>
            <a:lvl5pPr marL="1828800" indent="0">
              <a:buNone/>
              <a:defRPr sz="1200">
                <a:latin typeface="Open Sans" panose="020B0606030504020204" pitchFamily="34" charset="0"/>
                <a:ea typeface="Open Sans" panose="020B0606030504020204" pitchFamily="34" charset="0"/>
                <a:cs typeface="Open Sans" panose="020B0606030504020204" pitchFamily="34" charset="0"/>
              </a:defRPr>
            </a:lvl5pPr>
          </a:lstStyle>
          <a:p>
            <a:pPr lvl="0"/>
            <a:r>
              <a:rPr lang="en-US" dirty="0"/>
              <a:t>Click to edit the text</a:t>
            </a:r>
          </a:p>
        </p:txBody>
      </p:sp>
      <p:sp>
        <p:nvSpPr>
          <p:cNvPr id="36" name="Text Placeholder 6"/>
          <p:cNvSpPr>
            <a:spLocks noGrp="1"/>
          </p:cNvSpPr>
          <p:nvPr>
            <p:ph type="body" sz="quarter" idx="23" hasCustomPrompt="1"/>
          </p:nvPr>
        </p:nvSpPr>
        <p:spPr>
          <a:xfrm>
            <a:off x="5114925" y="3076574"/>
            <a:ext cx="1981200" cy="2276475"/>
          </a:xfrm>
          <a:prstGeom prst="rect">
            <a:avLst/>
          </a:prstGeom>
        </p:spPr>
        <p:txBody>
          <a:bodyPr lIns="0"/>
          <a:lstStyle>
            <a:lvl1pPr marL="0" indent="0">
              <a:lnSpc>
                <a:spcPct val="100000"/>
              </a:lnSpc>
              <a:buNone/>
              <a:defRPr sz="1400">
                <a:latin typeface="Open Sans" panose="020B0606030504020204" pitchFamily="34" charset="0"/>
                <a:ea typeface="Open Sans" panose="020B0606030504020204" pitchFamily="34" charset="0"/>
                <a:cs typeface="Open Sans" panose="020B0606030504020204" pitchFamily="34" charset="0"/>
              </a:defRPr>
            </a:lvl1pPr>
            <a:lvl2pPr marL="457200" indent="0">
              <a:buNone/>
              <a:defRPr sz="1800">
                <a:latin typeface="Open Sans" panose="020B0606030504020204" pitchFamily="34" charset="0"/>
                <a:ea typeface="Open Sans" panose="020B0606030504020204" pitchFamily="34" charset="0"/>
                <a:cs typeface="Open Sans" panose="020B0606030504020204" pitchFamily="34" charset="0"/>
              </a:defRPr>
            </a:lvl2pPr>
            <a:lvl3pPr marL="914400" indent="0">
              <a:buNone/>
              <a:defRPr sz="1600">
                <a:latin typeface="Open Sans" panose="020B0606030504020204" pitchFamily="34" charset="0"/>
                <a:ea typeface="Open Sans" panose="020B0606030504020204" pitchFamily="34" charset="0"/>
                <a:cs typeface="Open Sans" panose="020B0606030504020204" pitchFamily="34" charset="0"/>
              </a:defRPr>
            </a:lvl3pPr>
            <a:lvl4pPr marL="1371600" indent="0">
              <a:buNone/>
              <a:defRPr sz="1400">
                <a:latin typeface="Open Sans" panose="020B0606030504020204" pitchFamily="34" charset="0"/>
                <a:ea typeface="Open Sans" panose="020B0606030504020204" pitchFamily="34" charset="0"/>
                <a:cs typeface="Open Sans" panose="020B0606030504020204" pitchFamily="34" charset="0"/>
              </a:defRPr>
            </a:lvl4pPr>
            <a:lvl5pPr marL="1828800" indent="0">
              <a:buNone/>
              <a:defRPr sz="1200">
                <a:latin typeface="Open Sans" panose="020B0606030504020204" pitchFamily="34" charset="0"/>
                <a:ea typeface="Open Sans" panose="020B0606030504020204" pitchFamily="34" charset="0"/>
                <a:cs typeface="Open Sans" panose="020B0606030504020204" pitchFamily="34" charset="0"/>
              </a:defRPr>
            </a:lvl5pPr>
          </a:lstStyle>
          <a:p>
            <a:pPr lvl="0"/>
            <a:r>
              <a:rPr lang="en-US" dirty="0"/>
              <a:t>Click to edit the text</a:t>
            </a:r>
          </a:p>
        </p:txBody>
      </p:sp>
      <p:sp>
        <p:nvSpPr>
          <p:cNvPr id="37" name="Text Placeholder 6"/>
          <p:cNvSpPr>
            <a:spLocks noGrp="1"/>
          </p:cNvSpPr>
          <p:nvPr>
            <p:ph type="body" sz="quarter" idx="24" hasCustomPrompt="1"/>
          </p:nvPr>
        </p:nvSpPr>
        <p:spPr>
          <a:xfrm>
            <a:off x="7315200" y="3076575"/>
            <a:ext cx="1981200" cy="2276475"/>
          </a:xfrm>
          <a:prstGeom prst="rect">
            <a:avLst/>
          </a:prstGeom>
        </p:spPr>
        <p:txBody>
          <a:bodyPr lIns="0"/>
          <a:lstStyle>
            <a:lvl1pPr marL="0" indent="0">
              <a:lnSpc>
                <a:spcPct val="100000"/>
              </a:lnSpc>
              <a:buNone/>
              <a:defRPr sz="1400">
                <a:latin typeface="Open Sans" panose="020B0606030504020204" pitchFamily="34" charset="0"/>
                <a:ea typeface="Open Sans" panose="020B0606030504020204" pitchFamily="34" charset="0"/>
                <a:cs typeface="Open Sans" panose="020B0606030504020204" pitchFamily="34" charset="0"/>
              </a:defRPr>
            </a:lvl1pPr>
            <a:lvl2pPr marL="457200" indent="0">
              <a:buNone/>
              <a:defRPr sz="1800">
                <a:latin typeface="Open Sans" panose="020B0606030504020204" pitchFamily="34" charset="0"/>
                <a:ea typeface="Open Sans" panose="020B0606030504020204" pitchFamily="34" charset="0"/>
                <a:cs typeface="Open Sans" panose="020B0606030504020204" pitchFamily="34" charset="0"/>
              </a:defRPr>
            </a:lvl2pPr>
            <a:lvl3pPr marL="914400" indent="0">
              <a:buNone/>
              <a:defRPr sz="1600">
                <a:latin typeface="Open Sans" panose="020B0606030504020204" pitchFamily="34" charset="0"/>
                <a:ea typeface="Open Sans" panose="020B0606030504020204" pitchFamily="34" charset="0"/>
                <a:cs typeface="Open Sans" panose="020B0606030504020204" pitchFamily="34" charset="0"/>
              </a:defRPr>
            </a:lvl3pPr>
            <a:lvl4pPr marL="1371600" indent="0">
              <a:buNone/>
              <a:defRPr sz="1400">
                <a:latin typeface="Open Sans" panose="020B0606030504020204" pitchFamily="34" charset="0"/>
                <a:ea typeface="Open Sans" panose="020B0606030504020204" pitchFamily="34" charset="0"/>
                <a:cs typeface="Open Sans" panose="020B0606030504020204" pitchFamily="34" charset="0"/>
              </a:defRPr>
            </a:lvl4pPr>
            <a:lvl5pPr marL="1828800" indent="0">
              <a:buNone/>
              <a:defRPr sz="1200">
                <a:latin typeface="Open Sans" panose="020B0606030504020204" pitchFamily="34" charset="0"/>
                <a:ea typeface="Open Sans" panose="020B0606030504020204" pitchFamily="34" charset="0"/>
                <a:cs typeface="Open Sans" panose="020B0606030504020204" pitchFamily="34" charset="0"/>
              </a:defRPr>
            </a:lvl5pPr>
          </a:lstStyle>
          <a:p>
            <a:pPr lvl="0"/>
            <a:r>
              <a:rPr lang="en-US" dirty="0"/>
              <a:t>Click to edit the text</a:t>
            </a:r>
          </a:p>
        </p:txBody>
      </p:sp>
      <p:sp>
        <p:nvSpPr>
          <p:cNvPr id="38" name="Text Placeholder 6"/>
          <p:cNvSpPr>
            <a:spLocks noGrp="1"/>
          </p:cNvSpPr>
          <p:nvPr>
            <p:ph type="body" sz="quarter" idx="25" hasCustomPrompt="1"/>
          </p:nvPr>
        </p:nvSpPr>
        <p:spPr>
          <a:xfrm>
            <a:off x="9515475" y="3076574"/>
            <a:ext cx="1981200" cy="2276475"/>
          </a:xfrm>
          <a:prstGeom prst="rect">
            <a:avLst/>
          </a:prstGeom>
        </p:spPr>
        <p:txBody>
          <a:bodyPr lIns="0"/>
          <a:lstStyle>
            <a:lvl1pPr marL="0" indent="0">
              <a:lnSpc>
                <a:spcPct val="100000"/>
              </a:lnSpc>
              <a:buNone/>
              <a:defRPr sz="1400">
                <a:latin typeface="Open Sans" panose="020B0606030504020204" pitchFamily="34" charset="0"/>
                <a:ea typeface="Open Sans" panose="020B0606030504020204" pitchFamily="34" charset="0"/>
                <a:cs typeface="Open Sans" panose="020B0606030504020204" pitchFamily="34" charset="0"/>
              </a:defRPr>
            </a:lvl1pPr>
            <a:lvl2pPr marL="457200" indent="0">
              <a:buNone/>
              <a:defRPr sz="1800">
                <a:latin typeface="Open Sans" panose="020B0606030504020204" pitchFamily="34" charset="0"/>
                <a:ea typeface="Open Sans" panose="020B0606030504020204" pitchFamily="34" charset="0"/>
                <a:cs typeface="Open Sans" panose="020B0606030504020204" pitchFamily="34" charset="0"/>
              </a:defRPr>
            </a:lvl2pPr>
            <a:lvl3pPr marL="914400" indent="0">
              <a:buNone/>
              <a:defRPr sz="1600">
                <a:latin typeface="Open Sans" panose="020B0606030504020204" pitchFamily="34" charset="0"/>
                <a:ea typeface="Open Sans" panose="020B0606030504020204" pitchFamily="34" charset="0"/>
                <a:cs typeface="Open Sans" panose="020B0606030504020204" pitchFamily="34" charset="0"/>
              </a:defRPr>
            </a:lvl3pPr>
            <a:lvl4pPr marL="1371600" indent="0">
              <a:buNone/>
              <a:defRPr sz="1400">
                <a:latin typeface="Open Sans" panose="020B0606030504020204" pitchFamily="34" charset="0"/>
                <a:ea typeface="Open Sans" panose="020B0606030504020204" pitchFamily="34" charset="0"/>
                <a:cs typeface="Open Sans" panose="020B0606030504020204" pitchFamily="34" charset="0"/>
              </a:defRPr>
            </a:lvl4pPr>
            <a:lvl5pPr marL="1828800" indent="0">
              <a:buNone/>
              <a:defRPr sz="1200">
                <a:latin typeface="Open Sans" panose="020B0606030504020204" pitchFamily="34" charset="0"/>
                <a:ea typeface="Open Sans" panose="020B0606030504020204" pitchFamily="34" charset="0"/>
                <a:cs typeface="Open Sans" panose="020B0606030504020204" pitchFamily="34" charset="0"/>
              </a:defRPr>
            </a:lvl5pPr>
          </a:lstStyle>
          <a:p>
            <a:pPr lvl="0"/>
            <a:r>
              <a:rPr lang="en-US" dirty="0"/>
              <a:t>Click to edit the text</a:t>
            </a:r>
          </a:p>
        </p:txBody>
      </p:sp>
    </p:spTree>
    <p:extLst>
      <p:ext uri="{BB962C8B-B14F-4D97-AF65-F5344CB8AC3E}">
        <p14:creationId xmlns:p14="http://schemas.microsoft.com/office/powerpoint/2010/main" val="1128689986"/>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PHOTO-RIGHT-LIGHT">
    <p:spTree>
      <p:nvGrpSpPr>
        <p:cNvPr id="1" name=""/>
        <p:cNvGrpSpPr/>
        <p:nvPr/>
      </p:nvGrpSpPr>
      <p:grpSpPr>
        <a:xfrm>
          <a:off x="0" y="0"/>
          <a:ext cx="0" cy="0"/>
          <a:chOff x="0" y="0"/>
          <a:chExt cx="0" cy="0"/>
        </a:xfrm>
      </p:grpSpPr>
      <p:sp>
        <p:nvSpPr>
          <p:cNvPr id="21" name="Title 1"/>
          <p:cNvSpPr>
            <a:spLocks noGrp="1"/>
          </p:cNvSpPr>
          <p:nvPr>
            <p:ph type="title" hasCustomPrompt="1"/>
          </p:nvPr>
        </p:nvSpPr>
        <p:spPr>
          <a:xfrm>
            <a:off x="685800" y="685801"/>
            <a:ext cx="10820400" cy="685800"/>
          </a:xfrm>
          <a:prstGeom prst="rect">
            <a:avLst/>
          </a:prstGeom>
        </p:spPr>
        <p:txBody>
          <a:bodyPr lIns="0"/>
          <a:lstStyle>
            <a:lvl1pPr>
              <a:defRPr baseline="0">
                <a:latin typeface="Proxima Nova Black" panose="02000506030000020004" pitchFamily="50" charset="0"/>
              </a:defRPr>
            </a:lvl1pPr>
          </a:lstStyle>
          <a:p>
            <a:r>
              <a:rPr lang="en-US" dirty="0"/>
              <a:t>TITLE TO BE CAPITALIZED</a:t>
            </a:r>
          </a:p>
        </p:txBody>
      </p:sp>
      <p:sp>
        <p:nvSpPr>
          <p:cNvPr id="19" name="Text Placeholder 6"/>
          <p:cNvSpPr>
            <a:spLocks noGrp="1"/>
          </p:cNvSpPr>
          <p:nvPr>
            <p:ph type="body" sz="quarter" idx="10" hasCustomPrompt="1"/>
          </p:nvPr>
        </p:nvSpPr>
        <p:spPr>
          <a:xfrm>
            <a:off x="685800" y="2057400"/>
            <a:ext cx="5295900" cy="3429000"/>
          </a:xfrm>
          <a:prstGeom prst="rect">
            <a:avLst/>
          </a:prstGeom>
        </p:spPr>
        <p:txBody>
          <a:bodyPr lIns="0"/>
          <a:lstStyle>
            <a:lvl1pPr marL="0" indent="0">
              <a:lnSpc>
                <a:spcPct val="100000"/>
              </a:lnSpc>
              <a:buNone/>
              <a:defRPr sz="2000">
                <a:latin typeface="Open Sans" panose="020B0606030504020204" pitchFamily="34" charset="0"/>
                <a:ea typeface="Open Sans" panose="020B0606030504020204" pitchFamily="34" charset="0"/>
                <a:cs typeface="Open Sans" panose="020B0606030504020204" pitchFamily="34" charset="0"/>
              </a:defRPr>
            </a:lvl1pPr>
            <a:lvl2pPr marL="457200" indent="0">
              <a:buNone/>
              <a:defRPr sz="1800">
                <a:latin typeface="Open Sans" panose="020B0606030504020204" pitchFamily="34" charset="0"/>
                <a:ea typeface="Open Sans" panose="020B0606030504020204" pitchFamily="34" charset="0"/>
                <a:cs typeface="Open Sans" panose="020B0606030504020204" pitchFamily="34" charset="0"/>
              </a:defRPr>
            </a:lvl2pPr>
            <a:lvl3pPr marL="914400" indent="0">
              <a:buNone/>
              <a:defRPr sz="1600">
                <a:latin typeface="Open Sans" panose="020B0606030504020204" pitchFamily="34" charset="0"/>
                <a:ea typeface="Open Sans" panose="020B0606030504020204" pitchFamily="34" charset="0"/>
                <a:cs typeface="Open Sans" panose="020B0606030504020204" pitchFamily="34" charset="0"/>
              </a:defRPr>
            </a:lvl3pPr>
            <a:lvl4pPr marL="1371600" indent="0">
              <a:buNone/>
              <a:defRPr sz="1400">
                <a:latin typeface="Open Sans" panose="020B0606030504020204" pitchFamily="34" charset="0"/>
                <a:ea typeface="Open Sans" panose="020B0606030504020204" pitchFamily="34" charset="0"/>
                <a:cs typeface="Open Sans" panose="020B0606030504020204" pitchFamily="34" charset="0"/>
              </a:defRPr>
            </a:lvl4pPr>
            <a:lvl5pPr marL="1828800" indent="0">
              <a:buNone/>
              <a:defRPr sz="1200">
                <a:latin typeface="Open Sans" panose="020B0606030504020204" pitchFamily="34" charset="0"/>
                <a:ea typeface="Open Sans" panose="020B0606030504020204" pitchFamily="34" charset="0"/>
                <a:cs typeface="Open Sans" panose="020B0606030504020204" pitchFamily="34" charset="0"/>
              </a:defRPr>
            </a:lvl5pPr>
          </a:lstStyle>
          <a:p>
            <a:pPr lvl="0"/>
            <a:r>
              <a:rPr lang="en-US" dirty="0"/>
              <a:t>Click to edit the text </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Picture Placeholder 2"/>
          <p:cNvSpPr>
            <a:spLocks noGrp="1"/>
          </p:cNvSpPr>
          <p:nvPr>
            <p:ph type="pic" sz="quarter" idx="11"/>
          </p:nvPr>
        </p:nvSpPr>
        <p:spPr>
          <a:xfrm>
            <a:off x="6219825" y="2057400"/>
            <a:ext cx="5286375" cy="3429000"/>
          </a:xfrm>
          <a:prstGeom prst="rect">
            <a:avLst/>
          </a:prstGeom>
        </p:spPr>
        <p:txBody>
          <a:bodyPr/>
          <a:lstStyle/>
          <a:p>
            <a:endParaRPr lang="en-US"/>
          </a:p>
        </p:txBody>
      </p:sp>
      <p:sp>
        <p:nvSpPr>
          <p:cNvPr id="22" name="TextBox 21"/>
          <p:cNvSpPr txBox="1"/>
          <p:nvPr userDrawn="1"/>
        </p:nvSpPr>
        <p:spPr>
          <a:xfrm>
            <a:off x="9486900" y="236808"/>
            <a:ext cx="2121626" cy="261610"/>
          </a:xfrm>
          <a:prstGeom prst="rect">
            <a:avLst/>
          </a:prstGeom>
          <a:noFill/>
        </p:spPr>
        <p:txBody>
          <a:bodyPr wrap="square" rtlCol="0">
            <a:spAutoFit/>
          </a:bodyPr>
          <a:lstStyle/>
          <a:p>
            <a:pPr algn="r"/>
            <a:r>
              <a:rPr lang="en-US" sz="1100" dirty="0">
                <a:latin typeface="Open Sans" panose="020B0606030504020204" pitchFamily="34" charset="0"/>
                <a:ea typeface="Open Sans" panose="020B0606030504020204" pitchFamily="34" charset="0"/>
                <a:cs typeface="Open Sans" panose="020B0606030504020204" pitchFamily="34" charset="0"/>
              </a:rPr>
              <a:t>SoftServe Confidential</a:t>
            </a:r>
          </a:p>
        </p:txBody>
      </p:sp>
    </p:spTree>
    <p:extLst>
      <p:ext uri="{BB962C8B-B14F-4D97-AF65-F5344CB8AC3E}">
        <p14:creationId xmlns:p14="http://schemas.microsoft.com/office/powerpoint/2010/main" val="3584278733"/>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preserve="1" userDrawn="1">
  <p:cSld name="WIDE-PHOTO-LIGH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685800" y="685801"/>
            <a:ext cx="10820400" cy="685800"/>
          </a:xfrm>
          <a:prstGeom prst="rect">
            <a:avLst/>
          </a:prstGeom>
        </p:spPr>
        <p:txBody>
          <a:bodyPr lIns="0"/>
          <a:lstStyle>
            <a:lvl1pPr>
              <a:defRPr baseline="0">
                <a:latin typeface="Proxima Nova Black" panose="02000506030000020004" pitchFamily="50" charset="0"/>
              </a:defRPr>
            </a:lvl1pPr>
          </a:lstStyle>
          <a:p>
            <a:r>
              <a:rPr lang="en-US" dirty="0"/>
              <a:t>CLICK TO EDIT THE TITLE</a:t>
            </a:r>
          </a:p>
        </p:txBody>
      </p:sp>
      <p:sp>
        <p:nvSpPr>
          <p:cNvPr id="4" name="Picture Placeholder 3"/>
          <p:cNvSpPr>
            <a:spLocks noGrp="1"/>
          </p:cNvSpPr>
          <p:nvPr>
            <p:ph type="pic" sz="quarter" idx="10"/>
          </p:nvPr>
        </p:nvSpPr>
        <p:spPr>
          <a:xfrm>
            <a:off x="0" y="2057400"/>
            <a:ext cx="12192000" cy="4800600"/>
          </a:xfrm>
          <a:prstGeom prst="rect">
            <a:avLst/>
          </a:prstGeom>
        </p:spPr>
        <p:txBody>
          <a:bodyPr/>
          <a:lstStyle/>
          <a:p>
            <a:endParaRPr lang="en-US"/>
          </a:p>
        </p:txBody>
      </p:sp>
      <p:sp>
        <p:nvSpPr>
          <p:cNvPr id="8" name="TextBox 7"/>
          <p:cNvSpPr txBox="1"/>
          <p:nvPr userDrawn="1"/>
        </p:nvSpPr>
        <p:spPr>
          <a:xfrm>
            <a:off x="9486900" y="236808"/>
            <a:ext cx="2121626" cy="261610"/>
          </a:xfrm>
          <a:prstGeom prst="rect">
            <a:avLst/>
          </a:prstGeom>
          <a:noFill/>
        </p:spPr>
        <p:txBody>
          <a:bodyPr wrap="square" rtlCol="0">
            <a:spAutoFit/>
          </a:bodyPr>
          <a:lstStyle/>
          <a:p>
            <a:pPr algn="r"/>
            <a:r>
              <a:rPr lang="en-US" sz="1100" dirty="0">
                <a:latin typeface="Open Sans" panose="020B0606030504020204" pitchFamily="34" charset="0"/>
                <a:ea typeface="Open Sans" panose="020B0606030504020204" pitchFamily="34" charset="0"/>
                <a:cs typeface="Open Sans" panose="020B0606030504020204" pitchFamily="34" charset="0"/>
              </a:rPr>
              <a:t>SoftServe Confidential</a:t>
            </a:r>
          </a:p>
        </p:txBody>
      </p:sp>
    </p:spTree>
    <p:extLst>
      <p:ext uri="{BB962C8B-B14F-4D97-AF65-F5344CB8AC3E}">
        <p14:creationId xmlns:p14="http://schemas.microsoft.com/office/powerpoint/2010/main" val="2285546438"/>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PHOTO-LEFT-LIGHT">
    <p:spTree>
      <p:nvGrpSpPr>
        <p:cNvPr id="1" name=""/>
        <p:cNvGrpSpPr/>
        <p:nvPr/>
      </p:nvGrpSpPr>
      <p:grpSpPr>
        <a:xfrm>
          <a:off x="0" y="0"/>
          <a:ext cx="0" cy="0"/>
          <a:chOff x="0" y="0"/>
          <a:chExt cx="0" cy="0"/>
        </a:xfrm>
      </p:grpSpPr>
      <p:sp>
        <p:nvSpPr>
          <p:cNvPr id="5" name="Text Placeholder 6"/>
          <p:cNvSpPr>
            <a:spLocks noGrp="1"/>
          </p:cNvSpPr>
          <p:nvPr>
            <p:ph type="body" sz="quarter" idx="12" hasCustomPrompt="1"/>
          </p:nvPr>
        </p:nvSpPr>
        <p:spPr>
          <a:xfrm>
            <a:off x="6210300" y="2743200"/>
            <a:ext cx="5295900" cy="2743200"/>
          </a:xfrm>
          <a:prstGeom prst="rect">
            <a:avLst/>
          </a:prstGeom>
        </p:spPr>
        <p:txBody>
          <a:bodyPr lIns="0"/>
          <a:lstStyle>
            <a:lvl1pPr marL="0" indent="0">
              <a:lnSpc>
                <a:spcPct val="100000"/>
              </a:lnSpc>
              <a:buNone/>
              <a:defRPr sz="2000">
                <a:latin typeface="Open Sans" panose="020B0606030504020204" pitchFamily="34" charset="0"/>
                <a:ea typeface="Open Sans" panose="020B0606030504020204" pitchFamily="34" charset="0"/>
                <a:cs typeface="Open Sans" panose="020B0606030504020204" pitchFamily="34" charset="0"/>
              </a:defRPr>
            </a:lvl1pPr>
            <a:lvl2pPr marL="457200" indent="0">
              <a:buNone/>
              <a:defRPr sz="1800">
                <a:latin typeface="Open Sans" panose="020B0606030504020204" pitchFamily="34" charset="0"/>
                <a:ea typeface="Open Sans" panose="020B0606030504020204" pitchFamily="34" charset="0"/>
                <a:cs typeface="Open Sans" panose="020B0606030504020204" pitchFamily="34" charset="0"/>
              </a:defRPr>
            </a:lvl2pPr>
            <a:lvl3pPr marL="914400" indent="0">
              <a:buNone/>
              <a:defRPr sz="1600">
                <a:latin typeface="Open Sans" panose="020B0606030504020204" pitchFamily="34" charset="0"/>
                <a:ea typeface="Open Sans" panose="020B0606030504020204" pitchFamily="34" charset="0"/>
                <a:cs typeface="Open Sans" panose="020B0606030504020204" pitchFamily="34" charset="0"/>
              </a:defRPr>
            </a:lvl3pPr>
            <a:lvl4pPr marL="1371600" indent="0">
              <a:buNone/>
              <a:defRPr sz="1400">
                <a:latin typeface="Open Sans" panose="020B0606030504020204" pitchFamily="34" charset="0"/>
                <a:ea typeface="Open Sans" panose="020B0606030504020204" pitchFamily="34" charset="0"/>
                <a:cs typeface="Open Sans" panose="020B0606030504020204" pitchFamily="34" charset="0"/>
              </a:defRPr>
            </a:lvl4pPr>
            <a:lvl5pPr marL="1828800" indent="0">
              <a:buNone/>
              <a:defRPr sz="1200">
                <a:latin typeface="Open Sans" panose="020B0606030504020204" pitchFamily="34" charset="0"/>
                <a:ea typeface="Open Sans" panose="020B0606030504020204" pitchFamily="34" charset="0"/>
                <a:cs typeface="Open Sans" panose="020B0606030504020204" pitchFamily="34" charset="0"/>
              </a:defRPr>
            </a:lvl5pPr>
          </a:lstStyle>
          <a:p>
            <a:pPr lvl="0"/>
            <a:r>
              <a:rPr lang="en-US" dirty="0"/>
              <a:t>Click to edit the text </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Title 2"/>
          <p:cNvSpPr>
            <a:spLocks noGrp="1"/>
          </p:cNvSpPr>
          <p:nvPr>
            <p:ph type="title" hasCustomPrompt="1"/>
          </p:nvPr>
        </p:nvSpPr>
        <p:spPr>
          <a:xfrm>
            <a:off x="6210300" y="1371601"/>
            <a:ext cx="5295900" cy="1371600"/>
          </a:xfrm>
          <a:prstGeom prst="rect">
            <a:avLst/>
          </a:prstGeom>
        </p:spPr>
        <p:txBody>
          <a:bodyPr lIns="0"/>
          <a:lstStyle>
            <a:lvl1pPr>
              <a:lnSpc>
                <a:spcPct val="80000"/>
              </a:lnSpc>
              <a:defRPr baseline="0">
                <a:latin typeface="Proxima Nova Black" panose="02000506030000020004" pitchFamily="50" charset="0"/>
              </a:defRPr>
            </a:lvl1pPr>
          </a:lstStyle>
          <a:p>
            <a:r>
              <a:rPr lang="en-US" dirty="0"/>
              <a:t>TITLE TO BE CAPITALIZED</a:t>
            </a:r>
          </a:p>
        </p:txBody>
      </p:sp>
      <p:sp>
        <p:nvSpPr>
          <p:cNvPr id="4" name="Picture Placeholder 3"/>
          <p:cNvSpPr>
            <a:spLocks noGrp="1"/>
          </p:cNvSpPr>
          <p:nvPr>
            <p:ph type="pic" sz="quarter" idx="13"/>
          </p:nvPr>
        </p:nvSpPr>
        <p:spPr>
          <a:xfrm>
            <a:off x="0" y="0"/>
            <a:ext cx="5295900" cy="6858000"/>
          </a:xfrm>
          <a:prstGeom prst="rect">
            <a:avLst/>
          </a:prstGeom>
        </p:spPr>
        <p:txBody>
          <a:bodyPr/>
          <a:lstStyle/>
          <a:p>
            <a:endParaRPr lang="en-US"/>
          </a:p>
        </p:txBody>
      </p:sp>
      <p:sp>
        <p:nvSpPr>
          <p:cNvPr id="7" name="TextBox 6"/>
          <p:cNvSpPr txBox="1"/>
          <p:nvPr userDrawn="1"/>
        </p:nvSpPr>
        <p:spPr>
          <a:xfrm>
            <a:off x="9486900" y="236808"/>
            <a:ext cx="2121626" cy="261610"/>
          </a:xfrm>
          <a:prstGeom prst="rect">
            <a:avLst/>
          </a:prstGeom>
          <a:noFill/>
        </p:spPr>
        <p:txBody>
          <a:bodyPr wrap="square" rtlCol="0">
            <a:spAutoFit/>
          </a:bodyPr>
          <a:lstStyle/>
          <a:p>
            <a:pPr algn="r"/>
            <a:r>
              <a:rPr lang="en-US" sz="1100" dirty="0">
                <a:latin typeface="Open Sans" panose="020B0606030504020204" pitchFamily="34" charset="0"/>
                <a:ea typeface="Open Sans" panose="020B0606030504020204" pitchFamily="34" charset="0"/>
                <a:cs typeface="Open Sans" panose="020B0606030504020204" pitchFamily="34" charset="0"/>
              </a:rPr>
              <a:t>SoftServe Confidential</a:t>
            </a:r>
          </a:p>
        </p:txBody>
      </p:sp>
    </p:spTree>
    <p:extLst>
      <p:ext uri="{BB962C8B-B14F-4D97-AF65-F5344CB8AC3E}">
        <p14:creationId xmlns:p14="http://schemas.microsoft.com/office/powerpoint/2010/main" val="559046702"/>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DESCRIPTION-PHOTO-RIGHT-LIGHT">
    <p:spTree>
      <p:nvGrpSpPr>
        <p:cNvPr id="1" name=""/>
        <p:cNvGrpSpPr/>
        <p:nvPr/>
      </p:nvGrpSpPr>
      <p:grpSpPr>
        <a:xfrm>
          <a:off x="0" y="0"/>
          <a:ext cx="0" cy="0"/>
          <a:chOff x="0" y="0"/>
          <a:chExt cx="0" cy="0"/>
        </a:xfrm>
      </p:grpSpPr>
      <p:sp>
        <p:nvSpPr>
          <p:cNvPr id="3" name="Title 2"/>
          <p:cNvSpPr>
            <a:spLocks noGrp="1"/>
          </p:cNvSpPr>
          <p:nvPr>
            <p:ph type="title" hasCustomPrompt="1"/>
          </p:nvPr>
        </p:nvSpPr>
        <p:spPr>
          <a:xfrm>
            <a:off x="685800" y="1382486"/>
            <a:ext cx="3467100" cy="1913709"/>
          </a:xfrm>
          <a:prstGeom prst="rect">
            <a:avLst/>
          </a:prstGeom>
        </p:spPr>
        <p:txBody>
          <a:bodyPr lIns="0"/>
          <a:lstStyle>
            <a:lvl1pPr>
              <a:lnSpc>
                <a:spcPct val="80000"/>
              </a:lnSpc>
              <a:defRPr baseline="0">
                <a:latin typeface="Proxima Nova Black" panose="02000506030000020004" pitchFamily="50" charset="0"/>
              </a:defRPr>
            </a:lvl1pPr>
          </a:lstStyle>
          <a:p>
            <a:r>
              <a:rPr lang="en-US" dirty="0"/>
              <a:t>TITLE TO</a:t>
            </a:r>
            <a:br>
              <a:rPr lang="uk-UA" dirty="0"/>
            </a:br>
            <a:r>
              <a:rPr lang="en-US" dirty="0"/>
              <a:t>BE</a:t>
            </a:r>
            <a:r>
              <a:rPr lang="uk-UA" dirty="0"/>
              <a:t> С</a:t>
            </a:r>
            <a:r>
              <a:rPr lang="en-US" dirty="0"/>
              <a:t>APITA</a:t>
            </a:r>
            <a:br>
              <a:rPr lang="uk-UA" dirty="0"/>
            </a:br>
            <a:r>
              <a:rPr lang="en-US" dirty="0"/>
              <a:t>LIZED</a:t>
            </a:r>
          </a:p>
        </p:txBody>
      </p:sp>
      <p:sp>
        <p:nvSpPr>
          <p:cNvPr id="9" name="TextBox 8"/>
          <p:cNvSpPr txBox="1"/>
          <p:nvPr userDrawn="1"/>
        </p:nvSpPr>
        <p:spPr>
          <a:xfrm>
            <a:off x="9486900" y="236808"/>
            <a:ext cx="2121626" cy="261610"/>
          </a:xfrm>
          <a:prstGeom prst="rect">
            <a:avLst/>
          </a:prstGeom>
          <a:noFill/>
        </p:spPr>
        <p:txBody>
          <a:bodyPr wrap="square" rtlCol="0">
            <a:spAutoFit/>
          </a:bodyPr>
          <a:lstStyle/>
          <a:p>
            <a:pPr algn="r"/>
            <a:r>
              <a:rPr lang="en-US" sz="1100" dirty="0">
                <a:latin typeface="Open Sans" panose="020B0606030504020204" pitchFamily="34" charset="0"/>
                <a:ea typeface="Open Sans" panose="020B0606030504020204" pitchFamily="34" charset="0"/>
                <a:cs typeface="Open Sans" panose="020B0606030504020204" pitchFamily="34" charset="0"/>
              </a:rPr>
              <a:t>SoftServe Confidential</a:t>
            </a:r>
          </a:p>
        </p:txBody>
      </p:sp>
      <p:sp>
        <p:nvSpPr>
          <p:cNvPr id="4" name="Picture Placeholder 3"/>
          <p:cNvSpPr>
            <a:spLocks noGrp="1"/>
          </p:cNvSpPr>
          <p:nvPr>
            <p:ph type="pic" sz="quarter" idx="14"/>
          </p:nvPr>
        </p:nvSpPr>
        <p:spPr>
          <a:xfrm>
            <a:off x="4381500" y="1371600"/>
            <a:ext cx="7124700" cy="4114800"/>
          </a:xfrm>
          <a:prstGeom prst="rect">
            <a:avLst/>
          </a:prstGeom>
        </p:spPr>
        <p:txBody>
          <a:bodyPr/>
          <a:lstStyle/>
          <a:p>
            <a:endParaRPr lang="en-US"/>
          </a:p>
        </p:txBody>
      </p:sp>
      <p:sp>
        <p:nvSpPr>
          <p:cNvPr id="10" name="Text Placeholder 6"/>
          <p:cNvSpPr>
            <a:spLocks noGrp="1"/>
          </p:cNvSpPr>
          <p:nvPr>
            <p:ph type="body" sz="quarter" idx="12" hasCustomPrompt="1"/>
          </p:nvPr>
        </p:nvSpPr>
        <p:spPr>
          <a:xfrm>
            <a:off x="685800" y="3429000"/>
            <a:ext cx="3467100" cy="2057400"/>
          </a:xfrm>
          <a:prstGeom prst="rect">
            <a:avLst/>
          </a:prstGeom>
        </p:spPr>
        <p:txBody>
          <a:bodyPr lIns="0"/>
          <a:lstStyle>
            <a:lvl1pPr marL="0" indent="0">
              <a:lnSpc>
                <a:spcPct val="100000"/>
              </a:lnSpc>
              <a:buNone/>
              <a:defRPr sz="1400">
                <a:latin typeface="Open Sans" panose="020B0606030504020204" pitchFamily="34" charset="0"/>
                <a:ea typeface="Open Sans" panose="020B0606030504020204" pitchFamily="34" charset="0"/>
                <a:cs typeface="Open Sans" panose="020B0606030504020204" pitchFamily="34" charset="0"/>
              </a:defRPr>
            </a:lvl1pPr>
            <a:lvl2pPr marL="457200" indent="0">
              <a:buNone/>
              <a:defRPr sz="1800">
                <a:latin typeface="Open Sans" panose="020B0606030504020204" pitchFamily="34" charset="0"/>
                <a:ea typeface="Open Sans" panose="020B0606030504020204" pitchFamily="34" charset="0"/>
                <a:cs typeface="Open Sans" panose="020B0606030504020204" pitchFamily="34" charset="0"/>
              </a:defRPr>
            </a:lvl2pPr>
            <a:lvl3pPr marL="914400" indent="0">
              <a:buNone/>
              <a:defRPr sz="1600">
                <a:latin typeface="Open Sans" panose="020B0606030504020204" pitchFamily="34" charset="0"/>
                <a:ea typeface="Open Sans" panose="020B0606030504020204" pitchFamily="34" charset="0"/>
                <a:cs typeface="Open Sans" panose="020B0606030504020204" pitchFamily="34" charset="0"/>
              </a:defRPr>
            </a:lvl3pPr>
            <a:lvl4pPr marL="1371600" indent="0">
              <a:buNone/>
              <a:defRPr sz="1400">
                <a:latin typeface="Open Sans" panose="020B0606030504020204" pitchFamily="34" charset="0"/>
                <a:ea typeface="Open Sans" panose="020B0606030504020204" pitchFamily="34" charset="0"/>
                <a:cs typeface="Open Sans" panose="020B0606030504020204" pitchFamily="34" charset="0"/>
              </a:defRPr>
            </a:lvl4pPr>
            <a:lvl5pPr marL="1828800" indent="0">
              <a:buNone/>
              <a:defRPr sz="1200">
                <a:latin typeface="Open Sans" panose="020B0606030504020204" pitchFamily="34" charset="0"/>
                <a:ea typeface="Open Sans" panose="020B0606030504020204" pitchFamily="34" charset="0"/>
                <a:cs typeface="Open Sans" panose="020B0606030504020204" pitchFamily="34" charset="0"/>
              </a:defRPr>
            </a:lvl5pPr>
          </a:lstStyle>
          <a:p>
            <a:pPr lvl="0"/>
            <a:r>
              <a:rPr lang="en-US" dirty="0"/>
              <a:t>Click to edit the text </a:t>
            </a:r>
          </a:p>
        </p:txBody>
      </p:sp>
    </p:spTree>
    <p:extLst>
      <p:ext uri="{BB962C8B-B14F-4D97-AF65-F5344CB8AC3E}">
        <p14:creationId xmlns:p14="http://schemas.microsoft.com/office/powerpoint/2010/main" val="178070993"/>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WIDE-CHART-LIGH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685800" y="685801"/>
            <a:ext cx="10820400" cy="685800"/>
          </a:xfrm>
          <a:prstGeom prst="rect">
            <a:avLst/>
          </a:prstGeom>
        </p:spPr>
        <p:txBody>
          <a:bodyPr lIns="0"/>
          <a:lstStyle>
            <a:lvl1pPr>
              <a:defRPr baseline="0">
                <a:latin typeface="Proxima Nova Black" panose="02000506030000020004" pitchFamily="50" charset="0"/>
              </a:defRPr>
            </a:lvl1pPr>
          </a:lstStyle>
          <a:p>
            <a:r>
              <a:rPr lang="en-US" dirty="0"/>
              <a:t>TITLE TO BE CAPITALIZED</a:t>
            </a:r>
          </a:p>
        </p:txBody>
      </p:sp>
      <p:sp>
        <p:nvSpPr>
          <p:cNvPr id="8" name="TextBox 7"/>
          <p:cNvSpPr txBox="1"/>
          <p:nvPr userDrawn="1"/>
        </p:nvSpPr>
        <p:spPr>
          <a:xfrm>
            <a:off x="9486900" y="236808"/>
            <a:ext cx="2121626" cy="261610"/>
          </a:xfrm>
          <a:prstGeom prst="rect">
            <a:avLst/>
          </a:prstGeom>
          <a:noFill/>
        </p:spPr>
        <p:txBody>
          <a:bodyPr wrap="square" rtlCol="0">
            <a:spAutoFit/>
          </a:bodyPr>
          <a:lstStyle/>
          <a:p>
            <a:pPr algn="r"/>
            <a:r>
              <a:rPr lang="en-US" sz="1100" dirty="0">
                <a:latin typeface="Open Sans" panose="020B0606030504020204" pitchFamily="34" charset="0"/>
                <a:ea typeface="Open Sans" panose="020B0606030504020204" pitchFamily="34" charset="0"/>
                <a:cs typeface="Open Sans" panose="020B0606030504020204" pitchFamily="34" charset="0"/>
              </a:rPr>
              <a:t>SoftServe Confidential</a:t>
            </a:r>
          </a:p>
        </p:txBody>
      </p:sp>
      <p:sp>
        <p:nvSpPr>
          <p:cNvPr id="5" name="Chart Placeholder 4"/>
          <p:cNvSpPr>
            <a:spLocks noGrp="1"/>
          </p:cNvSpPr>
          <p:nvPr>
            <p:ph type="chart" sz="quarter" idx="11"/>
          </p:nvPr>
        </p:nvSpPr>
        <p:spPr>
          <a:xfrm>
            <a:off x="685800" y="2057400"/>
            <a:ext cx="10820400" cy="3429000"/>
          </a:xfrm>
          <a:prstGeom prst="rect">
            <a:avLst/>
          </a:prstGeom>
        </p:spPr>
        <p:txBody>
          <a:bodyPr/>
          <a:lstStyle/>
          <a:p>
            <a:endParaRPr lang="en-US"/>
          </a:p>
        </p:txBody>
      </p:sp>
    </p:spTree>
    <p:extLst>
      <p:ext uri="{BB962C8B-B14F-4D97-AF65-F5344CB8AC3E}">
        <p14:creationId xmlns:p14="http://schemas.microsoft.com/office/powerpoint/2010/main" val="2298992154"/>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CHART-LEFT-LIGHT">
    <p:spTree>
      <p:nvGrpSpPr>
        <p:cNvPr id="1" name=""/>
        <p:cNvGrpSpPr/>
        <p:nvPr/>
      </p:nvGrpSpPr>
      <p:grpSpPr>
        <a:xfrm>
          <a:off x="0" y="0"/>
          <a:ext cx="0" cy="0"/>
          <a:chOff x="0" y="0"/>
          <a:chExt cx="0" cy="0"/>
        </a:xfrm>
      </p:grpSpPr>
      <p:sp>
        <p:nvSpPr>
          <p:cNvPr id="3" name="Title 2"/>
          <p:cNvSpPr>
            <a:spLocks noGrp="1"/>
          </p:cNvSpPr>
          <p:nvPr>
            <p:ph type="title" hasCustomPrompt="1"/>
          </p:nvPr>
        </p:nvSpPr>
        <p:spPr>
          <a:xfrm>
            <a:off x="685800" y="1382486"/>
            <a:ext cx="3467100" cy="1913709"/>
          </a:xfrm>
          <a:prstGeom prst="rect">
            <a:avLst/>
          </a:prstGeom>
        </p:spPr>
        <p:txBody>
          <a:bodyPr lIns="0"/>
          <a:lstStyle>
            <a:lvl1pPr>
              <a:lnSpc>
                <a:spcPct val="80000"/>
              </a:lnSpc>
              <a:defRPr baseline="0">
                <a:latin typeface="Proxima Nova Black" panose="02000506030000020004" pitchFamily="50" charset="0"/>
              </a:defRPr>
            </a:lvl1pPr>
          </a:lstStyle>
          <a:p>
            <a:r>
              <a:rPr lang="en-US" dirty="0"/>
              <a:t>TITLE TO</a:t>
            </a:r>
            <a:br>
              <a:rPr lang="uk-UA" dirty="0"/>
            </a:br>
            <a:r>
              <a:rPr lang="en-US" dirty="0"/>
              <a:t>BE CAPITA</a:t>
            </a:r>
            <a:br>
              <a:rPr lang="uk-UA" dirty="0"/>
            </a:br>
            <a:r>
              <a:rPr lang="en-US" dirty="0"/>
              <a:t>LIZED</a:t>
            </a:r>
          </a:p>
        </p:txBody>
      </p:sp>
      <p:sp>
        <p:nvSpPr>
          <p:cNvPr id="9" name="TextBox 8"/>
          <p:cNvSpPr txBox="1"/>
          <p:nvPr userDrawn="1"/>
        </p:nvSpPr>
        <p:spPr>
          <a:xfrm>
            <a:off x="9486900" y="236808"/>
            <a:ext cx="2121626" cy="261610"/>
          </a:xfrm>
          <a:prstGeom prst="rect">
            <a:avLst/>
          </a:prstGeom>
          <a:noFill/>
        </p:spPr>
        <p:txBody>
          <a:bodyPr wrap="square" rtlCol="0">
            <a:spAutoFit/>
          </a:bodyPr>
          <a:lstStyle/>
          <a:p>
            <a:pPr algn="r"/>
            <a:r>
              <a:rPr lang="en-US" sz="1100" dirty="0">
                <a:latin typeface="Open Sans" panose="020B0606030504020204" pitchFamily="34" charset="0"/>
                <a:ea typeface="Open Sans" panose="020B0606030504020204" pitchFamily="34" charset="0"/>
                <a:cs typeface="Open Sans" panose="020B0606030504020204" pitchFamily="34" charset="0"/>
              </a:rPr>
              <a:t>SoftServe Confidential</a:t>
            </a:r>
          </a:p>
        </p:txBody>
      </p:sp>
      <p:sp>
        <p:nvSpPr>
          <p:cNvPr id="10" name="Text Placeholder 6"/>
          <p:cNvSpPr>
            <a:spLocks noGrp="1"/>
          </p:cNvSpPr>
          <p:nvPr>
            <p:ph type="body" sz="quarter" idx="12" hasCustomPrompt="1"/>
          </p:nvPr>
        </p:nvSpPr>
        <p:spPr>
          <a:xfrm>
            <a:off x="685800" y="3429000"/>
            <a:ext cx="3467100" cy="2057400"/>
          </a:xfrm>
          <a:prstGeom prst="rect">
            <a:avLst/>
          </a:prstGeom>
        </p:spPr>
        <p:txBody>
          <a:bodyPr lIns="0"/>
          <a:lstStyle>
            <a:lvl1pPr marL="0" indent="0">
              <a:lnSpc>
                <a:spcPct val="100000"/>
              </a:lnSpc>
              <a:buNone/>
              <a:defRPr sz="1400">
                <a:latin typeface="Open Sans" panose="020B0606030504020204" pitchFamily="34" charset="0"/>
                <a:ea typeface="Open Sans" panose="020B0606030504020204" pitchFamily="34" charset="0"/>
                <a:cs typeface="Open Sans" panose="020B0606030504020204" pitchFamily="34" charset="0"/>
              </a:defRPr>
            </a:lvl1pPr>
            <a:lvl2pPr marL="457200" indent="0">
              <a:buNone/>
              <a:defRPr sz="1800">
                <a:latin typeface="Open Sans" panose="020B0606030504020204" pitchFamily="34" charset="0"/>
                <a:ea typeface="Open Sans" panose="020B0606030504020204" pitchFamily="34" charset="0"/>
                <a:cs typeface="Open Sans" panose="020B0606030504020204" pitchFamily="34" charset="0"/>
              </a:defRPr>
            </a:lvl2pPr>
            <a:lvl3pPr marL="914400" indent="0">
              <a:buNone/>
              <a:defRPr sz="1600">
                <a:latin typeface="Open Sans" panose="020B0606030504020204" pitchFamily="34" charset="0"/>
                <a:ea typeface="Open Sans" panose="020B0606030504020204" pitchFamily="34" charset="0"/>
                <a:cs typeface="Open Sans" panose="020B0606030504020204" pitchFamily="34" charset="0"/>
              </a:defRPr>
            </a:lvl3pPr>
            <a:lvl4pPr marL="1371600" indent="0">
              <a:buNone/>
              <a:defRPr sz="1400">
                <a:latin typeface="Open Sans" panose="020B0606030504020204" pitchFamily="34" charset="0"/>
                <a:ea typeface="Open Sans" panose="020B0606030504020204" pitchFamily="34" charset="0"/>
                <a:cs typeface="Open Sans" panose="020B0606030504020204" pitchFamily="34" charset="0"/>
              </a:defRPr>
            </a:lvl4pPr>
            <a:lvl5pPr marL="1828800" indent="0">
              <a:buNone/>
              <a:defRPr sz="1200">
                <a:latin typeface="Open Sans" panose="020B0606030504020204" pitchFamily="34" charset="0"/>
                <a:ea typeface="Open Sans" panose="020B0606030504020204" pitchFamily="34" charset="0"/>
                <a:cs typeface="Open Sans" panose="020B0606030504020204" pitchFamily="34" charset="0"/>
              </a:defRPr>
            </a:lvl5pPr>
          </a:lstStyle>
          <a:p>
            <a:pPr lvl="0"/>
            <a:r>
              <a:rPr lang="en-US" dirty="0"/>
              <a:t>Click to edit the text </a:t>
            </a:r>
          </a:p>
        </p:txBody>
      </p:sp>
      <p:sp>
        <p:nvSpPr>
          <p:cNvPr id="5" name="Chart Placeholder 4"/>
          <p:cNvSpPr>
            <a:spLocks noGrp="1"/>
          </p:cNvSpPr>
          <p:nvPr>
            <p:ph type="chart" sz="quarter" idx="13"/>
          </p:nvPr>
        </p:nvSpPr>
        <p:spPr>
          <a:xfrm>
            <a:off x="4381500" y="1371600"/>
            <a:ext cx="7124700" cy="4114800"/>
          </a:xfrm>
          <a:prstGeom prst="rect">
            <a:avLst/>
          </a:prstGeom>
        </p:spPr>
        <p:txBody>
          <a:bodyPr/>
          <a:lstStyle/>
          <a:p>
            <a:endParaRPr lang="en-US"/>
          </a:p>
        </p:txBody>
      </p:sp>
    </p:spTree>
    <p:extLst>
      <p:ext uri="{BB962C8B-B14F-4D97-AF65-F5344CB8AC3E}">
        <p14:creationId xmlns:p14="http://schemas.microsoft.com/office/powerpoint/2010/main" val="131024278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image" Target="../media/image1.emf"/><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2.xml"/><Relationship Id="rId13" Type="http://schemas.openxmlformats.org/officeDocument/2006/relationships/slideLayout" Target="../slideLayouts/slideLayout27.xml"/><Relationship Id="rId3" Type="http://schemas.openxmlformats.org/officeDocument/2006/relationships/slideLayout" Target="../slideLayouts/slideLayout17.xml"/><Relationship Id="rId7" Type="http://schemas.openxmlformats.org/officeDocument/2006/relationships/slideLayout" Target="../slideLayouts/slideLayout21.xml"/><Relationship Id="rId12" Type="http://schemas.openxmlformats.org/officeDocument/2006/relationships/slideLayout" Target="../slideLayouts/slideLayout26.xml"/><Relationship Id="rId2" Type="http://schemas.openxmlformats.org/officeDocument/2006/relationships/slideLayout" Target="../slideLayouts/slideLayout16.xml"/><Relationship Id="rId16" Type="http://schemas.openxmlformats.org/officeDocument/2006/relationships/image" Target="../media/image3.emf"/><Relationship Id="rId1" Type="http://schemas.openxmlformats.org/officeDocument/2006/relationships/slideLayout" Target="../slideLayouts/slideLayout15.xml"/><Relationship Id="rId6" Type="http://schemas.openxmlformats.org/officeDocument/2006/relationships/slideLayout" Target="../slideLayouts/slideLayout20.xml"/><Relationship Id="rId11" Type="http://schemas.openxmlformats.org/officeDocument/2006/relationships/slideLayout" Target="../slideLayouts/slideLayout25.xml"/><Relationship Id="rId5" Type="http://schemas.openxmlformats.org/officeDocument/2006/relationships/slideLayout" Target="../slideLayouts/slideLayout19.xml"/><Relationship Id="rId15" Type="http://schemas.openxmlformats.org/officeDocument/2006/relationships/theme" Target="../theme/theme2.xml"/><Relationship Id="rId10" Type="http://schemas.openxmlformats.org/officeDocument/2006/relationships/slideLayout" Target="../slideLayouts/slideLayout24.xml"/><Relationship Id="rId4" Type="http://schemas.openxmlformats.org/officeDocument/2006/relationships/slideLayout" Target="../slideLayouts/slideLayout18.xml"/><Relationship Id="rId9" Type="http://schemas.openxmlformats.org/officeDocument/2006/relationships/slideLayout" Target="../slideLayouts/slideLayout23.xml"/><Relationship Id="rId14" Type="http://schemas.openxmlformats.org/officeDocument/2006/relationships/slideLayout" Target="../slideLayouts/slideLayout28.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9" name="Picture 8"/>
          <p:cNvPicPr>
            <a:picLocks noChangeAspect="1"/>
          </p:cNvPicPr>
          <p:nvPr userDrawn="1"/>
        </p:nvPicPr>
        <p:blipFill>
          <a:blip r:embed="rId16"/>
          <a:stretch>
            <a:fillRect/>
          </a:stretch>
        </p:blipFill>
        <p:spPr>
          <a:xfrm>
            <a:off x="9959145" y="5906728"/>
            <a:ext cx="1547055" cy="265471"/>
          </a:xfrm>
          <a:prstGeom prst="rect">
            <a:avLst/>
          </a:prstGeom>
        </p:spPr>
      </p:pic>
    </p:spTree>
    <p:extLst>
      <p:ext uri="{BB962C8B-B14F-4D97-AF65-F5344CB8AC3E}">
        <p14:creationId xmlns:p14="http://schemas.microsoft.com/office/powerpoint/2010/main" val="1934738578"/>
      </p:ext>
    </p:extLst>
  </p:cSld>
  <p:clrMap bg1="dk1" tx1="lt1" bg2="dk2" tx2="lt2" accent1="accent1" accent2="accent2" accent3="accent3" accent4="accent4" accent5="accent5" accent6="accent6" hlink="hlink" folHlink="folHlink"/>
  <p:sldLayoutIdLst>
    <p:sldLayoutId id="2147483649" r:id="rId1"/>
    <p:sldLayoutId id="2147483674" r:id="rId2"/>
    <p:sldLayoutId id="2147483652" r:id="rId3"/>
    <p:sldLayoutId id="2147483654" r:id="rId4"/>
    <p:sldLayoutId id="2147483657" r:id="rId5"/>
    <p:sldLayoutId id="2147483661" r:id="rId6"/>
    <p:sldLayoutId id="2147483663" r:id="rId7"/>
    <p:sldLayoutId id="2147483665" r:id="rId8"/>
    <p:sldLayoutId id="2147483667" r:id="rId9"/>
    <p:sldLayoutId id="2147483670" r:id="rId10"/>
    <p:sldLayoutId id="2147483669" r:id="rId11"/>
    <p:sldLayoutId id="2147483671" r:id="rId12"/>
    <p:sldLayoutId id="2147483672" r:id="rId13"/>
    <p:sldLayoutId id="2147483673" r:id="rId14"/>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mod="1">
    <p:ext uri="{27BBF7A9-308A-43DC-89C8-2F10F3537804}">
      <p15:sldGuideLst xmlns:p15="http://schemas.microsoft.com/office/powerpoint/2012/main">
        <p15:guide id="1" orient="horz" pos="2160" userDrawn="1">
          <p15:clr>
            <a:srgbClr val="F26B43"/>
          </p15:clr>
        </p15:guide>
        <p15:guide id="2" pos="3840" userDrawn="1">
          <p15:clr>
            <a:srgbClr val="F26B43"/>
          </p15:clr>
        </p15:guide>
        <p15:guide id="3" pos="432" userDrawn="1">
          <p15:clr>
            <a:srgbClr val="F26B43"/>
          </p15:clr>
        </p15:guide>
        <p15:guide id="4" pos="7248" userDrawn="1">
          <p15:clr>
            <a:srgbClr val="F26B43"/>
          </p15:clr>
        </p15:guide>
        <p15:guide id="5" orient="horz" pos="432" userDrawn="1">
          <p15:clr>
            <a:srgbClr val="F26B43"/>
          </p15:clr>
        </p15:guide>
        <p15:guide id="6" orient="horz" pos="864" userDrawn="1">
          <p15:clr>
            <a:srgbClr val="F26B43"/>
          </p15:clr>
        </p15:guide>
        <p15:guide id="7" orient="horz" pos="3456" userDrawn="1">
          <p15:clr>
            <a:srgbClr val="F26B43"/>
          </p15:clr>
        </p15:guide>
        <p15:guide id="8" orient="horz" pos="3888" userDrawn="1">
          <p15:clr>
            <a:srgbClr val="F26B43"/>
          </p15:clr>
        </p15:guide>
        <p15:guide id="9" pos="1680" userDrawn="1">
          <p15:clr>
            <a:srgbClr val="F26B43"/>
          </p15:clr>
        </p15:guide>
        <p15:guide id="10" pos="1824" userDrawn="1">
          <p15:clr>
            <a:srgbClr val="F26B43"/>
          </p15:clr>
        </p15:guide>
        <p15:guide id="11" pos="2616" userDrawn="1">
          <p15:clr>
            <a:srgbClr val="F26B43"/>
          </p15:clr>
        </p15:guide>
        <p15:guide id="12" pos="3072" userDrawn="1">
          <p15:clr>
            <a:srgbClr val="F26B43"/>
          </p15:clr>
        </p15:guide>
        <p15:guide id="13" pos="2760" userDrawn="1">
          <p15:clr>
            <a:srgbClr val="F26B43"/>
          </p15:clr>
        </p15:guide>
        <p15:guide id="14" pos="3216" userDrawn="1">
          <p15:clr>
            <a:srgbClr val="F26B43"/>
          </p15:clr>
        </p15:guide>
        <p15:guide id="15" pos="4464" userDrawn="1">
          <p15:clr>
            <a:srgbClr val="F26B43"/>
          </p15:clr>
        </p15:guide>
        <p15:guide id="16" pos="4608" userDrawn="1">
          <p15:clr>
            <a:srgbClr val="F26B43"/>
          </p15:clr>
        </p15:guide>
        <p15:guide id="17" pos="4920" userDrawn="1">
          <p15:clr>
            <a:srgbClr val="F26B43"/>
          </p15:clr>
        </p15:guide>
        <p15:guide id="18" pos="5064" userDrawn="1">
          <p15:clr>
            <a:srgbClr val="F26B43"/>
          </p15:clr>
        </p15:guide>
        <p15:guide id="19" pos="5856" userDrawn="1">
          <p15:clr>
            <a:srgbClr val="F26B43"/>
          </p15:clr>
        </p15:guide>
        <p15:guide id="20" pos="6000" userDrawn="1">
          <p15:clr>
            <a:srgbClr val="F26B43"/>
          </p15:clr>
        </p15:guide>
        <p15:guide id="21" orient="horz" pos="1296" userDrawn="1">
          <p15:clr>
            <a:srgbClr val="F26B43"/>
          </p15:clr>
        </p15:guide>
        <p15:guide id="22" orient="horz" pos="1728" userDrawn="1">
          <p15:clr>
            <a:srgbClr val="F26B43"/>
          </p15:clr>
        </p15:guide>
        <p15:guide id="23" pos="3768" userDrawn="1">
          <p15:clr>
            <a:srgbClr val="F26B43"/>
          </p15:clr>
        </p15:guide>
        <p15:guide id="24" pos="3912" userDrawn="1">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7" name="Picture 6"/>
          <p:cNvPicPr>
            <a:picLocks noChangeAspect="1"/>
          </p:cNvPicPr>
          <p:nvPr userDrawn="1"/>
        </p:nvPicPr>
        <p:blipFill>
          <a:blip r:embed="rId16"/>
          <a:stretch>
            <a:fillRect/>
          </a:stretch>
        </p:blipFill>
        <p:spPr>
          <a:xfrm>
            <a:off x="9959145" y="5906728"/>
            <a:ext cx="1547053" cy="265471"/>
          </a:xfrm>
          <a:prstGeom prst="rect">
            <a:avLst/>
          </a:prstGeom>
        </p:spPr>
      </p:pic>
    </p:spTree>
    <p:extLst>
      <p:ext uri="{BB962C8B-B14F-4D97-AF65-F5344CB8AC3E}">
        <p14:creationId xmlns:p14="http://schemas.microsoft.com/office/powerpoint/2010/main" val="232137113"/>
      </p:ext>
    </p:extLst>
  </p:cSld>
  <p:clrMap bg1="lt1" tx1="dk1" bg2="lt2" tx2="dk2" accent1="accent1" accent2="accent2" accent3="accent3" accent4="accent4" accent5="accent5" accent6="accent6" hlink="hlink" folHlink="folHlink"/>
  <p:sldLayoutIdLst>
    <p:sldLayoutId id="2147483675" r:id="rId1"/>
    <p:sldLayoutId id="2147483676" r:id="rId2"/>
    <p:sldLayoutId id="2147483677" r:id="rId3"/>
    <p:sldLayoutId id="2147483678" r:id="rId4"/>
    <p:sldLayoutId id="2147483679" r:id="rId5"/>
    <p:sldLayoutId id="2147483680" r:id="rId6"/>
    <p:sldLayoutId id="2147483664" r:id="rId7"/>
    <p:sldLayoutId id="2147483666" r:id="rId8"/>
    <p:sldLayoutId id="2147483683" r:id="rId9"/>
    <p:sldLayoutId id="2147483684" r:id="rId10"/>
    <p:sldLayoutId id="2147483685" r:id="rId11"/>
    <p:sldLayoutId id="2147483686" r:id="rId12"/>
    <p:sldLayoutId id="2147483687" r:id="rId13"/>
    <p:sldLayoutId id="2147483688" r:id="rId14"/>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7.xml.rels><?xml version="1.0" encoding="UTF-8" standalone="yes"?>
<Relationships xmlns="http://schemas.openxmlformats.org/package/2006/relationships"><Relationship Id="rId2" Type="http://schemas.openxmlformats.org/officeDocument/2006/relationships/image" Target="../media/image4.gif"/><Relationship Id="rId1" Type="http://schemas.openxmlformats.org/officeDocument/2006/relationships/slideLayout" Target="../slideLayouts/slideLayout16.xml"/></Relationships>
</file>

<file path=ppt/slides/_rels/slide8.xml.rels><?xml version="1.0" encoding="UTF-8" standalone="yes"?>
<Relationships xmlns="http://schemas.openxmlformats.org/package/2006/relationships"><Relationship Id="rId2" Type="http://schemas.openxmlformats.org/officeDocument/2006/relationships/image" Target="../media/image5.gif"/><Relationship Id="rId1" Type="http://schemas.openxmlformats.org/officeDocument/2006/relationships/slideLayout" Target="../slideLayouts/slideLayout16.xml"/></Relationships>
</file>

<file path=ppt/slides/_rels/slide9.xml.rels><?xml version="1.0" encoding="UTF-8" standalone="yes"?>
<Relationships xmlns="http://schemas.openxmlformats.org/package/2006/relationships"><Relationship Id="rId2" Type="http://schemas.openxmlformats.org/officeDocument/2006/relationships/image" Target="../media/image6.gif"/><Relationship Id="rId1" Type="http://schemas.openxmlformats.org/officeDocument/2006/relationships/slideLayout" Target="../slideLayouts/slideLayout16.xml"/></Relationships>
</file>

<file path=ppt/slides/_rels/slide10.xml.rels><?xml version="1.0" encoding="UTF-8" standalone="yes"?>
<Relationships xmlns="http://schemas.openxmlformats.org/package/2006/relationships"><Relationship Id="rId2" Type="http://schemas.openxmlformats.org/officeDocument/2006/relationships/image" Target="../media/image7.gif"/><Relationship Id="rId1" Type="http://schemas.openxmlformats.org/officeDocument/2006/relationships/slideLayout" Target="../slideLayouts/slideLayout16.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13.xml.rels><?xml version="1.0" encoding="UTF-8" standalone="yes"?>
<Relationships xmlns="http://schemas.openxmlformats.org/package/2006/relationships"><Relationship Id="rId2" Type="http://schemas.openxmlformats.org/officeDocument/2006/relationships/hyperlink" Target="https://en.wikipedia.org/wiki/Mobilegeddon" TargetMode="External"/><Relationship Id="rId1" Type="http://schemas.openxmlformats.org/officeDocument/2006/relationships/slideLayout" Target="../slideLayouts/slideLayout16.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1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22.xml.rels><?xml version="1.0" encoding="UTF-8" standalone="yes"?>
<Relationships xmlns="http://schemas.openxmlformats.org/package/2006/relationships"><Relationship Id="rId3" Type="http://schemas.openxmlformats.org/officeDocument/2006/relationships/hyperlink" Target="https://getbootstrap.com/" TargetMode="External"/><Relationship Id="rId2" Type="http://schemas.openxmlformats.org/officeDocument/2006/relationships/hyperlink" Target="https://foundation.zurb.com/" TargetMode="External"/><Relationship Id="rId1" Type="http://schemas.openxmlformats.org/officeDocument/2006/relationships/slideLayout" Target="../slideLayouts/slideLayout16.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25.xml.rels><?xml version="1.0" encoding="UTF-8" standalone="yes"?>
<Relationships xmlns="http://schemas.openxmlformats.org/package/2006/relationships"><Relationship Id="rId3" Type="http://schemas.openxmlformats.org/officeDocument/2006/relationships/hyperlink" Target="https://jigsaw.w3.org/css-validator/" TargetMode="External"/><Relationship Id="rId2" Type="http://schemas.openxmlformats.org/officeDocument/2006/relationships/hyperlink" Target="https://validator.w3.org/" TargetMode="External"/><Relationship Id="rId1" Type="http://schemas.openxmlformats.org/officeDocument/2006/relationships/slideLayout" Target="../slideLayouts/slideLayout16.xml"/><Relationship Id="rId5" Type="http://schemas.openxmlformats.org/officeDocument/2006/relationships/image" Target="../media/image9.png"/><Relationship Id="rId4" Type="http://schemas.openxmlformats.org/officeDocument/2006/relationships/hyperlink" Target="https://caniuse.com/" TargetMode="External"/></Relationships>
</file>

<file path=ppt/slides/_rels/slide26.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28.xml.rels><?xml version="1.0" encoding="UTF-8" standalone="yes"?>
<Relationships xmlns="http://schemas.openxmlformats.org/package/2006/relationships"><Relationship Id="rId3" Type="http://schemas.openxmlformats.org/officeDocument/2006/relationships/hyperlink" Target="https://www.browserstack.com/" TargetMode="External"/><Relationship Id="rId2" Type="http://schemas.openxmlformats.org/officeDocument/2006/relationships/hyperlink" Target="http://crossbrowsertesting.com/" TargetMode="External"/><Relationship Id="rId1" Type="http://schemas.openxmlformats.org/officeDocument/2006/relationships/slideLayout" Target="../slideLayouts/slideLayout16.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8" Type="http://schemas.openxmlformats.org/officeDocument/2006/relationships/hyperlink" Target="https://crossbrowsertesting.com/blog/development/cross-platform-website-development/" TargetMode="External"/><Relationship Id="rId3" Type="http://schemas.openxmlformats.org/officeDocument/2006/relationships/hyperlink" Target="https://www.awwwards.com/why-responsive-design-support-is-the-most-important-feature-you-can-add-to-your-website.html" TargetMode="External"/><Relationship Id="rId7" Type="http://schemas.openxmlformats.org/officeDocument/2006/relationships/hyperlink" Target="https://developer.mozilla.org/en-US/docs/Learn/Tools_and_testing/Cross_browser_testing/HTML_and_CSS" TargetMode="External"/><Relationship Id="rId2" Type="http://schemas.openxmlformats.org/officeDocument/2006/relationships/hyperlink" Target="https://medium.com/@space.alpaca/so-what-exactly-is-the-difference-between-fixed-fluid-adaptive-and-responsive-layouts-and-why-3773272d8481" TargetMode="External"/><Relationship Id="rId1" Type="http://schemas.openxmlformats.org/officeDocument/2006/relationships/slideLayout" Target="../slideLayouts/slideLayout2.xml"/><Relationship Id="rId6" Type="http://schemas.openxmlformats.org/officeDocument/2006/relationships/hyperlink" Target="https://www.thesitewizard.com/webdesign/htmlvalidation.shtml" TargetMode="External"/><Relationship Id="rId5" Type="http://schemas.openxmlformats.org/officeDocument/2006/relationships/hyperlink" Target="https://www.crazyegg.com/blog/speed-up-your-website/" TargetMode="External"/><Relationship Id="rId4" Type="http://schemas.openxmlformats.org/officeDocument/2006/relationships/hyperlink" Target="https://www.w3schools.com/html/html_accessibility.asp" TargetMode="Externa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08308" y="174928"/>
            <a:ext cx="12390783" cy="6683071"/>
          </a:xfrm>
        </p:spPr>
        <p:txBody>
          <a:bodyPr/>
          <a:lstStyle/>
          <a:p>
            <a:pPr>
              <a:spcBef>
                <a:spcPts val="0"/>
              </a:spcBef>
            </a:pPr>
            <a:r>
              <a:rPr lang="en-US" sz="9000" dirty="0"/>
              <a:t> </a:t>
            </a:r>
            <a:r>
              <a:rPr lang="en-US" sz="13000" dirty="0"/>
              <a:t>Site Layout</a:t>
            </a:r>
            <a:r>
              <a:rPr lang="en-US" sz="12000" dirty="0"/>
              <a:t> </a:t>
            </a:r>
            <a:br>
              <a:rPr lang="en-US" sz="8800" dirty="0"/>
            </a:br>
            <a:r>
              <a:rPr lang="en-US" sz="8800" dirty="0"/>
              <a:t> Best practices </a:t>
            </a:r>
            <a:br>
              <a:rPr lang="en-US" sz="8800" dirty="0"/>
            </a:br>
            <a:r>
              <a:rPr lang="en-US" sz="8800" dirty="0"/>
              <a:t> </a:t>
            </a:r>
            <a:r>
              <a:rPr lang="en-US" sz="6000" dirty="0"/>
              <a:t>Cross browser’s implementation</a:t>
            </a:r>
            <a:endParaRPr lang="en-US" sz="6000" dirty="0">
              <a:latin typeface="Proxima Nova Black" panose="02000506030000020004" pitchFamily="2" charset="0"/>
            </a:endParaRPr>
          </a:p>
        </p:txBody>
      </p:sp>
      <p:sp>
        <p:nvSpPr>
          <p:cNvPr id="3" name="Text Placeholder 2"/>
          <p:cNvSpPr>
            <a:spLocks noGrp="1"/>
          </p:cNvSpPr>
          <p:nvPr>
            <p:ph type="body" sz="quarter" idx="10"/>
          </p:nvPr>
        </p:nvSpPr>
        <p:spPr/>
        <p:txBody>
          <a:bodyPr/>
          <a:lstStyle/>
          <a:p>
            <a:r>
              <a:rPr lang="en-US" dirty="0"/>
              <a:t>by Tkachuk Vitaliy</a:t>
            </a:r>
          </a:p>
        </p:txBody>
      </p:sp>
    </p:spTree>
    <p:extLst>
      <p:ext uri="{BB962C8B-B14F-4D97-AF65-F5344CB8AC3E}">
        <p14:creationId xmlns:p14="http://schemas.microsoft.com/office/powerpoint/2010/main" val="155275645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What is </a:t>
            </a:r>
            <a:br>
              <a:rPr lang="en-US" dirty="0"/>
            </a:br>
            <a:r>
              <a:rPr lang="en-US" dirty="0"/>
              <a:t>Site Layout</a:t>
            </a:r>
          </a:p>
        </p:txBody>
      </p:sp>
    </p:spTree>
    <p:extLst>
      <p:ext uri="{BB962C8B-B14F-4D97-AF65-F5344CB8AC3E}">
        <p14:creationId xmlns:p14="http://schemas.microsoft.com/office/powerpoint/2010/main" val="65838013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Placeholder 4"/>
          <p:cNvSpPr>
            <a:spLocks noGrp="1"/>
          </p:cNvSpPr>
          <p:nvPr>
            <p:ph type="body" sz="quarter" idx="10"/>
          </p:nvPr>
        </p:nvSpPr>
        <p:spPr>
          <a:xfrm>
            <a:off x="685800" y="1714502"/>
            <a:ext cx="9281160" cy="3810000"/>
          </a:xfrm>
        </p:spPr>
        <p:txBody>
          <a:bodyPr/>
          <a:lstStyle/>
          <a:p>
            <a:r>
              <a:rPr lang="en-US" dirty="0"/>
              <a:t>Site layout – stage of development, when website design drown by designer is transformed into a web page using markup language HTML and stylesheet language CSS.</a:t>
            </a:r>
          </a:p>
          <a:p>
            <a:r>
              <a:rPr lang="en-US" dirty="0"/>
              <a:t>So, what are the types of site layout:</a:t>
            </a:r>
          </a:p>
          <a:p>
            <a:pPr marL="342900" indent="-342900">
              <a:buFont typeface="Arial" panose="020B0604020202020204" pitchFamily="34" charset="0"/>
              <a:buChar char="•"/>
            </a:pPr>
            <a:r>
              <a:rPr lang="en-US" dirty="0"/>
              <a:t>Table</a:t>
            </a:r>
          </a:p>
          <a:p>
            <a:pPr marL="342900" indent="-342900">
              <a:buFont typeface="Arial" panose="020B0604020202020204" pitchFamily="34" charset="0"/>
              <a:buChar char="•"/>
            </a:pPr>
            <a:r>
              <a:rPr lang="en-US" dirty="0"/>
              <a:t>Block (div based)</a:t>
            </a:r>
          </a:p>
          <a:p>
            <a:pPr marL="342900" indent="-342900">
              <a:buFont typeface="Arial" panose="020B0604020202020204" pitchFamily="34" charset="0"/>
              <a:buChar char="•"/>
            </a:pPr>
            <a:r>
              <a:rPr lang="en-US" dirty="0"/>
              <a:t>Fixed (static)</a:t>
            </a:r>
          </a:p>
          <a:p>
            <a:pPr marL="342900" indent="-342900">
              <a:buFont typeface="Arial" panose="020B0604020202020204" pitchFamily="34" charset="0"/>
              <a:buChar char="•"/>
            </a:pPr>
            <a:r>
              <a:rPr lang="en-US" dirty="0"/>
              <a:t>Fluid</a:t>
            </a:r>
          </a:p>
          <a:p>
            <a:pPr marL="342900" indent="-342900">
              <a:buFont typeface="Arial" panose="020B0604020202020204" pitchFamily="34" charset="0"/>
              <a:buChar char="•"/>
            </a:pPr>
            <a:r>
              <a:rPr lang="en-US" dirty="0"/>
              <a:t>Rubber (elastic)</a:t>
            </a:r>
          </a:p>
          <a:p>
            <a:pPr marL="342900" indent="-342900">
              <a:buFont typeface="Arial" panose="020B0604020202020204" pitchFamily="34" charset="0"/>
              <a:buChar char="•"/>
            </a:pPr>
            <a:r>
              <a:rPr lang="en-US" dirty="0"/>
              <a:t>Adaptive</a:t>
            </a:r>
          </a:p>
          <a:p>
            <a:pPr marL="342900" indent="-342900">
              <a:buFont typeface="Arial" panose="020B0604020202020204" pitchFamily="34" charset="0"/>
              <a:buChar char="•"/>
            </a:pPr>
            <a:r>
              <a:rPr lang="en-US" dirty="0"/>
              <a:t>Responsive</a:t>
            </a:r>
          </a:p>
        </p:txBody>
      </p:sp>
      <p:sp>
        <p:nvSpPr>
          <p:cNvPr id="6" name="Title 3">
            <a:extLst>
              <a:ext uri="{FF2B5EF4-FFF2-40B4-BE49-F238E27FC236}">
                <a16:creationId xmlns:a16="http://schemas.microsoft.com/office/drawing/2014/main" id="{552B119F-E694-4313-ADAC-69A9F9627046}"/>
              </a:ext>
            </a:extLst>
          </p:cNvPr>
          <p:cNvSpPr txBox="1">
            <a:spLocks/>
          </p:cNvSpPr>
          <p:nvPr/>
        </p:nvSpPr>
        <p:spPr>
          <a:xfrm>
            <a:off x="685800" y="0"/>
            <a:ext cx="10820400" cy="1714502"/>
          </a:xfrm>
          <a:prstGeom prst="rect">
            <a:avLst/>
          </a:prstGeom>
        </p:spPr>
        <p:txBody>
          <a:bodyPr lIns="0" anchor="t">
            <a:noAutofit/>
          </a:bodyPr>
          <a:lstStyle>
            <a:lvl1pPr algn="l" defTabSz="914400" rtl="0" eaLnBrk="1" latinLnBrk="0" hangingPunct="1">
              <a:lnSpc>
                <a:spcPts val="11000"/>
              </a:lnSpc>
              <a:spcBef>
                <a:spcPct val="0"/>
              </a:spcBef>
              <a:buNone/>
              <a:defRPr sz="12500" kern="1200">
                <a:solidFill>
                  <a:schemeClr val="tx1"/>
                </a:solidFill>
                <a:latin typeface="Proxima Nova Black" panose="02000506030000020004" pitchFamily="50" charset="0"/>
                <a:ea typeface="+mj-ea"/>
                <a:cs typeface="+mj-cs"/>
              </a:defRPr>
            </a:lvl1pPr>
          </a:lstStyle>
          <a:p>
            <a:r>
              <a:rPr lang="en-US" sz="4400" dirty="0"/>
              <a:t>INTRODUCTION</a:t>
            </a:r>
            <a:endParaRPr lang="uk-UA" sz="4400" dirty="0"/>
          </a:p>
        </p:txBody>
      </p:sp>
    </p:spTree>
    <p:extLst>
      <p:ext uri="{BB962C8B-B14F-4D97-AF65-F5344CB8AC3E}">
        <p14:creationId xmlns:p14="http://schemas.microsoft.com/office/powerpoint/2010/main" val="142394034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Types of site layout</a:t>
            </a:r>
          </a:p>
        </p:txBody>
      </p:sp>
    </p:spTree>
    <p:extLst>
      <p:ext uri="{BB962C8B-B14F-4D97-AF65-F5344CB8AC3E}">
        <p14:creationId xmlns:p14="http://schemas.microsoft.com/office/powerpoint/2010/main" val="96946265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Placeholder 4"/>
          <p:cNvSpPr>
            <a:spLocks noGrp="1"/>
          </p:cNvSpPr>
          <p:nvPr>
            <p:ph type="body" sz="quarter" idx="10"/>
          </p:nvPr>
        </p:nvSpPr>
        <p:spPr>
          <a:xfrm>
            <a:off x="685800" y="1714502"/>
            <a:ext cx="5410200" cy="3810000"/>
          </a:xfrm>
        </p:spPr>
        <p:txBody>
          <a:bodyPr/>
          <a:lstStyle/>
          <a:p>
            <a:pPr defTabSz="384047">
              <a:spcBef>
                <a:spcPts val="600"/>
              </a:spcBef>
              <a:defRPr sz="2688"/>
            </a:pPr>
            <a:r>
              <a:rPr lang="en-US" sz="2688" dirty="0"/>
              <a:t>This layout option is based on the HTML tables creation, allowing you to divide the page structure into separate elements — columns and cells — in which site components will be placed. </a:t>
            </a:r>
          </a:p>
        </p:txBody>
      </p:sp>
      <p:sp>
        <p:nvSpPr>
          <p:cNvPr id="6" name="Title 3">
            <a:extLst>
              <a:ext uri="{FF2B5EF4-FFF2-40B4-BE49-F238E27FC236}">
                <a16:creationId xmlns:a16="http://schemas.microsoft.com/office/drawing/2014/main" id="{552B119F-E694-4313-ADAC-69A9F9627046}"/>
              </a:ext>
            </a:extLst>
          </p:cNvPr>
          <p:cNvSpPr txBox="1">
            <a:spLocks/>
          </p:cNvSpPr>
          <p:nvPr/>
        </p:nvSpPr>
        <p:spPr>
          <a:xfrm>
            <a:off x="685800" y="0"/>
            <a:ext cx="10820400" cy="1714502"/>
          </a:xfrm>
          <a:prstGeom prst="rect">
            <a:avLst/>
          </a:prstGeom>
        </p:spPr>
        <p:txBody>
          <a:bodyPr lIns="0" anchor="t">
            <a:noAutofit/>
          </a:bodyPr>
          <a:lstStyle>
            <a:lvl1pPr algn="l" defTabSz="914400" rtl="0" eaLnBrk="1" latinLnBrk="0" hangingPunct="1">
              <a:lnSpc>
                <a:spcPts val="11000"/>
              </a:lnSpc>
              <a:spcBef>
                <a:spcPct val="0"/>
              </a:spcBef>
              <a:buNone/>
              <a:defRPr sz="12500" kern="1200">
                <a:solidFill>
                  <a:schemeClr val="tx1"/>
                </a:solidFill>
                <a:latin typeface="Proxima Nova Black" panose="02000506030000020004" pitchFamily="50" charset="0"/>
                <a:ea typeface="+mj-ea"/>
                <a:cs typeface="+mj-cs"/>
              </a:defRPr>
            </a:lvl1pPr>
          </a:lstStyle>
          <a:p>
            <a:r>
              <a:rPr lang="en-US" sz="4400" dirty="0"/>
              <a:t>Table Site Layout</a:t>
            </a:r>
            <a:endParaRPr lang="uk-UA" sz="4400" dirty="0"/>
          </a:p>
        </p:txBody>
      </p:sp>
      <p:sp>
        <p:nvSpPr>
          <p:cNvPr id="7" name="Rectangle 6">
            <a:extLst>
              <a:ext uri="{FF2B5EF4-FFF2-40B4-BE49-F238E27FC236}">
                <a16:creationId xmlns:a16="http://schemas.microsoft.com/office/drawing/2014/main" id="{C2004691-A0B4-4687-A70F-0195843E6943}"/>
              </a:ext>
            </a:extLst>
          </p:cNvPr>
          <p:cNvSpPr/>
          <p:nvPr/>
        </p:nvSpPr>
        <p:spPr>
          <a:xfrm>
            <a:off x="6756647" y="1714502"/>
            <a:ext cx="4749553" cy="3970318"/>
          </a:xfrm>
          <a:prstGeom prst="rect">
            <a:avLst/>
          </a:prstGeom>
          <a:solidFill>
            <a:schemeClr val="bg2">
              <a:lumMod val="95000"/>
            </a:schemeClr>
          </a:solidFill>
        </p:spPr>
        <p:txBody>
          <a:bodyPr wrap="square">
            <a:spAutoFit/>
          </a:bodyPr>
          <a:lstStyle/>
          <a:p>
            <a:r>
              <a:rPr lang="en-US" dirty="0"/>
              <a:t>&lt;table cellpadding="0" </a:t>
            </a:r>
            <a:r>
              <a:rPr lang="en-US" dirty="0" err="1"/>
              <a:t>cellspacing</a:t>
            </a:r>
            <a:r>
              <a:rPr lang="en-US" dirty="0"/>
              <a:t>="0" border="0"&gt;</a:t>
            </a:r>
          </a:p>
          <a:p>
            <a:r>
              <a:rPr lang="en-US" dirty="0"/>
              <a:t>    &lt;tr&gt;</a:t>
            </a:r>
          </a:p>
          <a:p>
            <a:r>
              <a:rPr lang="en-US" dirty="0"/>
              <a:t>        &lt;td </a:t>
            </a:r>
            <a:r>
              <a:rPr lang="en-US" dirty="0" err="1"/>
              <a:t>colspan</a:t>
            </a:r>
            <a:r>
              <a:rPr lang="en-US" dirty="0"/>
              <a:t>="3" height="120px"&gt;....&lt;/td&gt;</a:t>
            </a:r>
          </a:p>
          <a:p>
            <a:r>
              <a:rPr lang="en-US" dirty="0"/>
              <a:t>    &lt;/tr&gt;</a:t>
            </a:r>
          </a:p>
          <a:p>
            <a:r>
              <a:rPr lang="en-US" dirty="0"/>
              <a:t>    &lt;tr&gt;</a:t>
            </a:r>
          </a:p>
          <a:p>
            <a:r>
              <a:rPr lang="en-US" dirty="0"/>
              <a:t>        &lt;td class="menu" </a:t>
            </a:r>
            <a:r>
              <a:rPr lang="en-US" dirty="0" err="1"/>
              <a:t>valign</a:t>
            </a:r>
            <a:r>
              <a:rPr lang="en-US" dirty="0"/>
              <a:t>="top"&gt;...&lt;/td&gt;</a:t>
            </a:r>
          </a:p>
          <a:p>
            <a:r>
              <a:rPr lang="en-US" dirty="0"/>
              <a:t>        &lt;td class="content" </a:t>
            </a:r>
            <a:r>
              <a:rPr lang="en-US" dirty="0" err="1"/>
              <a:t>valign</a:t>
            </a:r>
            <a:r>
              <a:rPr lang="en-US" dirty="0"/>
              <a:t>="top"&gt;...&lt;/td&gt;</a:t>
            </a:r>
          </a:p>
          <a:p>
            <a:r>
              <a:rPr lang="en-US" dirty="0"/>
              <a:t>        &lt;td class=“sidebar" </a:t>
            </a:r>
            <a:r>
              <a:rPr lang="en-US" dirty="0" err="1"/>
              <a:t>valign</a:t>
            </a:r>
            <a:r>
              <a:rPr lang="en-US" dirty="0"/>
              <a:t>="top"&gt;...&lt;/td&gt;</a:t>
            </a:r>
          </a:p>
          <a:p>
            <a:r>
              <a:rPr lang="en-US" dirty="0"/>
              <a:t>    &lt;/tr&gt;</a:t>
            </a:r>
          </a:p>
          <a:p>
            <a:r>
              <a:rPr lang="en-US" dirty="0"/>
              <a:t>    &lt;tr&gt;</a:t>
            </a:r>
          </a:p>
          <a:p>
            <a:r>
              <a:rPr lang="en-US" dirty="0"/>
              <a:t>        &lt;td </a:t>
            </a:r>
            <a:r>
              <a:rPr lang="en-US" dirty="0" err="1"/>
              <a:t>colspan</a:t>
            </a:r>
            <a:r>
              <a:rPr lang="en-US" dirty="0"/>
              <a:t>="3"&gt;...&lt;/td&gt;</a:t>
            </a:r>
          </a:p>
          <a:p>
            <a:r>
              <a:rPr lang="en-US" dirty="0"/>
              <a:t>    &lt;/tr&gt;</a:t>
            </a:r>
          </a:p>
          <a:p>
            <a:r>
              <a:rPr lang="en-US" dirty="0"/>
              <a:t>&lt;/table&gt;</a:t>
            </a:r>
          </a:p>
        </p:txBody>
      </p:sp>
    </p:spTree>
    <p:extLst>
      <p:ext uri="{BB962C8B-B14F-4D97-AF65-F5344CB8AC3E}">
        <p14:creationId xmlns:p14="http://schemas.microsoft.com/office/powerpoint/2010/main" val="380221551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Placeholder 4"/>
          <p:cNvSpPr>
            <a:spLocks noGrp="1"/>
          </p:cNvSpPr>
          <p:nvPr>
            <p:ph type="body" sz="quarter" idx="10"/>
          </p:nvPr>
        </p:nvSpPr>
        <p:spPr>
          <a:xfrm>
            <a:off x="685799" y="1714502"/>
            <a:ext cx="5635101" cy="3810000"/>
          </a:xfrm>
        </p:spPr>
        <p:txBody>
          <a:bodyPr/>
          <a:lstStyle/>
          <a:p>
            <a:r>
              <a:rPr lang="en-US" b="1" dirty="0"/>
              <a:t>&lt;div&gt; tag </a:t>
            </a:r>
            <a:r>
              <a:rPr lang="en-US" dirty="0"/>
              <a:t>is used to group block and inline level elements and to create divisions in a webpage. Before </a:t>
            </a:r>
            <a:r>
              <a:rPr lang="en-US" b="1" dirty="0"/>
              <a:t>2004</a:t>
            </a:r>
            <a:r>
              <a:rPr lang="en-US" dirty="0"/>
              <a:t>, we were using </a:t>
            </a:r>
            <a:r>
              <a:rPr lang="en-US" b="1" dirty="0"/>
              <a:t>Table Based Layouts</a:t>
            </a:r>
            <a:r>
              <a:rPr lang="en-US" dirty="0"/>
              <a:t>. But After 2004, </a:t>
            </a:r>
            <a:r>
              <a:rPr lang="en-US" b="1" dirty="0" err="1"/>
              <a:t>Div</a:t>
            </a:r>
            <a:r>
              <a:rPr lang="en-US" b="1" dirty="0"/>
              <a:t> based layout</a:t>
            </a:r>
            <a:r>
              <a:rPr lang="en-US" dirty="0"/>
              <a:t> become popular.</a:t>
            </a:r>
          </a:p>
          <a:p>
            <a:endParaRPr lang="en-US" dirty="0"/>
          </a:p>
          <a:p>
            <a:pPr marL="342900" indent="-342900">
              <a:buFont typeface="Arial" panose="020B0604020202020204" pitchFamily="34" charset="0"/>
              <a:buChar char="•"/>
            </a:pPr>
            <a:r>
              <a:rPr lang="en-US" dirty="0"/>
              <a:t>Code is more compact</a:t>
            </a:r>
          </a:p>
          <a:p>
            <a:pPr marL="342900" indent="-342900">
              <a:buFont typeface="Arial" panose="020B0604020202020204" pitchFamily="34" charset="0"/>
              <a:buChar char="•"/>
            </a:pPr>
            <a:r>
              <a:rPr lang="en-US" dirty="0"/>
              <a:t>Flexibility and more possibilities</a:t>
            </a:r>
          </a:p>
          <a:p>
            <a:pPr marL="342900" indent="-342900">
              <a:buFont typeface="Arial" panose="020B0604020202020204" pitchFamily="34" charset="0"/>
              <a:buChar char="•"/>
            </a:pPr>
            <a:r>
              <a:rPr lang="en-US" dirty="0" err="1"/>
              <a:t>Div</a:t>
            </a:r>
            <a:r>
              <a:rPr lang="en-US" dirty="0"/>
              <a:t> blocks render faster than tables</a:t>
            </a:r>
          </a:p>
        </p:txBody>
      </p:sp>
      <p:sp>
        <p:nvSpPr>
          <p:cNvPr id="6" name="Title 3">
            <a:extLst>
              <a:ext uri="{FF2B5EF4-FFF2-40B4-BE49-F238E27FC236}">
                <a16:creationId xmlns:a16="http://schemas.microsoft.com/office/drawing/2014/main" id="{552B119F-E694-4313-ADAC-69A9F9627046}"/>
              </a:ext>
            </a:extLst>
          </p:cNvPr>
          <p:cNvSpPr txBox="1">
            <a:spLocks/>
          </p:cNvSpPr>
          <p:nvPr/>
        </p:nvSpPr>
        <p:spPr>
          <a:xfrm>
            <a:off x="685800" y="0"/>
            <a:ext cx="10820400" cy="1714502"/>
          </a:xfrm>
          <a:prstGeom prst="rect">
            <a:avLst/>
          </a:prstGeom>
        </p:spPr>
        <p:txBody>
          <a:bodyPr lIns="0" anchor="t">
            <a:noAutofit/>
          </a:bodyPr>
          <a:lstStyle>
            <a:lvl1pPr algn="l" defTabSz="914400" rtl="0" eaLnBrk="1" latinLnBrk="0" hangingPunct="1">
              <a:lnSpc>
                <a:spcPts val="11000"/>
              </a:lnSpc>
              <a:spcBef>
                <a:spcPct val="0"/>
              </a:spcBef>
              <a:buNone/>
              <a:defRPr sz="12500" kern="1200">
                <a:solidFill>
                  <a:schemeClr val="tx1"/>
                </a:solidFill>
                <a:latin typeface="Proxima Nova Black" panose="02000506030000020004" pitchFamily="50" charset="0"/>
                <a:ea typeface="+mj-ea"/>
                <a:cs typeface="+mj-cs"/>
              </a:defRPr>
            </a:lvl1pPr>
          </a:lstStyle>
          <a:p>
            <a:r>
              <a:rPr lang="en-US" sz="4400" dirty="0"/>
              <a:t>&lt;div&gt; based Site Layout</a:t>
            </a:r>
            <a:endParaRPr lang="uk-UA" sz="4400" dirty="0"/>
          </a:p>
        </p:txBody>
      </p:sp>
      <p:sp>
        <p:nvSpPr>
          <p:cNvPr id="2" name="Rectangle 1">
            <a:extLst>
              <a:ext uri="{FF2B5EF4-FFF2-40B4-BE49-F238E27FC236}">
                <a16:creationId xmlns:a16="http://schemas.microsoft.com/office/drawing/2014/main" id="{AC6517A4-94B7-4A81-9471-09FBD5235B6B}"/>
              </a:ext>
            </a:extLst>
          </p:cNvPr>
          <p:cNvSpPr/>
          <p:nvPr/>
        </p:nvSpPr>
        <p:spPr>
          <a:xfrm>
            <a:off x="7129509" y="1715614"/>
            <a:ext cx="4749553" cy="1754326"/>
          </a:xfrm>
          <a:prstGeom prst="rect">
            <a:avLst/>
          </a:prstGeom>
          <a:solidFill>
            <a:schemeClr val="bg2">
              <a:lumMod val="95000"/>
            </a:schemeClr>
          </a:solidFill>
        </p:spPr>
        <p:txBody>
          <a:bodyPr wrap="square">
            <a:spAutoFit/>
          </a:bodyPr>
          <a:lstStyle/>
          <a:p>
            <a:r>
              <a:rPr lang="en-US" dirty="0"/>
              <a:t>&lt;div class=“wrap”&gt;</a:t>
            </a:r>
          </a:p>
          <a:p>
            <a:r>
              <a:rPr lang="en-US" dirty="0"/>
              <a:t>	&lt;div class = “header”&gt;…&lt;/div&gt;</a:t>
            </a:r>
          </a:p>
          <a:p>
            <a:r>
              <a:rPr lang="en-US" dirty="0"/>
              <a:t>	&lt;div class = “nav”&gt;…&lt;/div&gt;</a:t>
            </a:r>
          </a:p>
          <a:p>
            <a:r>
              <a:rPr lang="en-US" dirty="0"/>
              <a:t>	&lt;div class = “container”&gt;…&lt;/div&gt;</a:t>
            </a:r>
          </a:p>
          <a:p>
            <a:r>
              <a:rPr lang="en-US" dirty="0"/>
              <a:t>	&lt;div class = “footer”&gt;…&lt;/div&gt;</a:t>
            </a:r>
          </a:p>
          <a:p>
            <a:r>
              <a:rPr lang="en-US" dirty="0"/>
              <a:t>&lt;/div&gt;</a:t>
            </a:r>
          </a:p>
        </p:txBody>
      </p:sp>
    </p:spTree>
    <p:extLst>
      <p:ext uri="{BB962C8B-B14F-4D97-AF65-F5344CB8AC3E}">
        <p14:creationId xmlns:p14="http://schemas.microsoft.com/office/powerpoint/2010/main" val="113798058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Placeholder 4"/>
          <p:cNvSpPr>
            <a:spLocks noGrp="1"/>
          </p:cNvSpPr>
          <p:nvPr>
            <p:ph type="body" sz="quarter" idx="10"/>
          </p:nvPr>
        </p:nvSpPr>
        <p:spPr>
          <a:xfrm>
            <a:off x="685800" y="1714502"/>
            <a:ext cx="4525392" cy="4322314"/>
          </a:xfrm>
        </p:spPr>
        <p:txBody>
          <a:bodyPr/>
          <a:lstStyle/>
          <a:p>
            <a:r>
              <a:rPr lang="en-US" dirty="0"/>
              <a:t>Fixed (static) layout has a fixed width in pixels. The ‘container’ of the website is programmed to not move. This width stays the same independently of which screen size or resolution the viewer has. It appears that the width of 960px is the most widely used size for fixed-layout websites.</a:t>
            </a:r>
          </a:p>
          <a:p>
            <a:r>
              <a:rPr lang="en-US" dirty="0"/>
              <a:t>The drawback is that when viewing such layout on smaller screens you get the hideous horizontal scroll, which ruins the overview, experience an usability.</a:t>
            </a:r>
          </a:p>
        </p:txBody>
      </p:sp>
      <p:sp>
        <p:nvSpPr>
          <p:cNvPr id="6" name="Title 3">
            <a:extLst>
              <a:ext uri="{FF2B5EF4-FFF2-40B4-BE49-F238E27FC236}">
                <a16:creationId xmlns:a16="http://schemas.microsoft.com/office/drawing/2014/main" id="{552B119F-E694-4313-ADAC-69A9F9627046}"/>
              </a:ext>
            </a:extLst>
          </p:cNvPr>
          <p:cNvSpPr txBox="1">
            <a:spLocks/>
          </p:cNvSpPr>
          <p:nvPr/>
        </p:nvSpPr>
        <p:spPr>
          <a:xfrm>
            <a:off x="685800" y="0"/>
            <a:ext cx="10820400" cy="1714502"/>
          </a:xfrm>
          <a:prstGeom prst="rect">
            <a:avLst/>
          </a:prstGeom>
        </p:spPr>
        <p:txBody>
          <a:bodyPr lIns="0" anchor="t">
            <a:noAutofit/>
          </a:bodyPr>
          <a:lstStyle>
            <a:lvl1pPr algn="l" defTabSz="914400" rtl="0" eaLnBrk="1" latinLnBrk="0" hangingPunct="1">
              <a:lnSpc>
                <a:spcPts val="11000"/>
              </a:lnSpc>
              <a:spcBef>
                <a:spcPct val="0"/>
              </a:spcBef>
              <a:buNone/>
              <a:defRPr sz="12500" kern="1200">
                <a:solidFill>
                  <a:schemeClr val="tx1"/>
                </a:solidFill>
                <a:latin typeface="Proxima Nova Black" panose="02000506030000020004" pitchFamily="50" charset="0"/>
                <a:ea typeface="+mj-ea"/>
                <a:cs typeface="+mj-cs"/>
              </a:defRPr>
            </a:lvl1pPr>
          </a:lstStyle>
          <a:p>
            <a:r>
              <a:rPr lang="en-US" sz="4400" dirty="0"/>
              <a:t>Fixed (static) Site Layout</a:t>
            </a:r>
            <a:endParaRPr lang="uk-UA" sz="4400" dirty="0"/>
          </a:p>
        </p:txBody>
      </p:sp>
      <p:pic>
        <p:nvPicPr>
          <p:cNvPr id="7" name="Picture 6">
            <a:extLst>
              <a:ext uri="{FF2B5EF4-FFF2-40B4-BE49-F238E27FC236}">
                <a16:creationId xmlns:a16="http://schemas.microsoft.com/office/drawing/2014/main" id="{574A3C09-2BAE-4C7C-982D-60AA88A55B0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690586" y="1830648"/>
            <a:ext cx="5257396" cy="3655752"/>
          </a:xfrm>
          <a:prstGeom prst="rect">
            <a:avLst/>
          </a:prstGeom>
        </p:spPr>
      </p:pic>
    </p:spTree>
    <p:extLst>
      <p:ext uri="{BB962C8B-B14F-4D97-AF65-F5344CB8AC3E}">
        <p14:creationId xmlns:p14="http://schemas.microsoft.com/office/powerpoint/2010/main" val="282381459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Placeholder 4"/>
          <p:cNvSpPr>
            <a:spLocks noGrp="1"/>
          </p:cNvSpPr>
          <p:nvPr>
            <p:ph type="body" sz="quarter" idx="10"/>
          </p:nvPr>
        </p:nvSpPr>
        <p:spPr>
          <a:xfrm>
            <a:off x="685800" y="1714502"/>
            <a:ext cx="4179164" cy="3810000"/>
          </a:xfrm>
        </p:spPr>
        <p:txBody>
          <a:bodyPr/>
          <a:lstStyle/>
          <a:p>
            <a:r>
              <a:rPr lang="en-US" dirty="0"/>
              <a:t>With fluid layout you specify sizes not in pixels, but in percentages. Meaning, if the screen size changes, the proportion of elements will stay the same.</a:t>
            </a:r>
          </a:p>
          <a:p>
            <a:r>
              <a:rPr lang="en-US" dirty="0"/>
              <a:t>The drawback is that on smaller screens the columns can get really narrow. </a:t>
            </a:r>
          </a:p>
          <a:p>
            <a:endParaRPr lang="en-US" dirty="0"/>
          </a:p>
        </p:txBody>
      </p:sp>
      <p:sp>
        <p:nvSpPr>
          <p:cNvPr id="6" name="Title 3">
            <a:extLst>
              <a:ext uri="{FF2B5EF4-FFF2-40B4-BE49-F238E27FC236}">
                <a16:creationId xmlns:a16="http://schemas.microsoft.com/office/drawing/2014/main" id="{552B119F-E694-4313-ADAC-69A9F9627046}"/>
              </a:ext>
            </a:extLst>
          </p:cNvPr>
          <p:cNvSpPr txBox="1">
            <a:spLocks/>
          </p:cNvSpPr>
          <p:nvPr/>
        </p:nvSpPr>
        <p:spPr>
          <a:xfrm>
            <a:off x="685800" y="0"/>
            <a:ext cx="10820400" cy="1714502"/>
          </a:xfrm>
          <a:prstGeom prst="rect">
            <a:avLst/>
          </a:prstGeom>
        </p:spPr>
        <p:txBody>
          <a:bodyPr lIns="0" anchor="t">
            <a:noAutofit/>
          </a:bodyPr>
          <a:lstStyle>
            <a:lvl1pPr algn="l" defTabSz="914400" rtl="0" eaLnBrk="1" latinLnBrk="0" hangingPunct="1">
              <a:lnSpc>
                <a:spcPts val="11000"/>
              </a:lnSpc>
              <a:spcBef>
                <a:spcPct val="0"/>
              </a:spcBef>
              <a:buNone/>
              <a:defRPr sz="12500" kern="1200">
                <a:solidFill>
                  <a:schemeClr val="tx1"/>
                </a:solidFill>
                <a:latin typeface="Proxima Nova Black" panose="02000506030000020004" pitchFamily="50" charset="0"/>
                <a:ea typeface="+mj-ea"/>
                <a:cs typeface="+mj-cs"/>
              </a:defRPr>
            </a:lvl1pPr>
          </a:lstStyle>
          <a:p>
            <a:r>
              <a:rPr lang="en-US" sz="4400" dirty="0"/>
              <a:t>Fluid Site Layout</a:t>
            </a:r>
            <a:endParaRPr lang="uk-UA" sz="4400" dirty="0"/>
          </a:p>
        </p:txBody>
      </p:sp>
      <p:pic>
        <p:nvPicPr>
          <p:cNvPr id="3" name="Picture 2">
            <a:extLst>
              <a:ext uri="{FF2B5EF4-FFF2-40B4-BE49-F238E27FC236}">
                <a16:creationId xmlns:a16="http://schemas.microsoft.com/office/drawing/2014/main" id="{A9CFEB07-5DE1-495D-AA60-74D529850BF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685978" y="1434667"/>
            <a:ext cx="5722198" cy="3708832"/>
          </a:xfrm>
          <a:prstGeom prst="rect">
            <a:avLst/>
          </a:prstGeom>
        </p:spPr>
      </p:pic>
    </p:spTree>
    <p:extLst>
      <p:ext uri="{BB962C8B-B14F-4D97-AF65-F5344CB8AC3E}">
        <p14:creationId xmlns:p14="http://schemas.microsoft.com/office/powerpoint/2010/main" val="26742708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Placeholder 4"/>
          <p:cNvSpPr>
            <a:spLocks noGrp="1"/>
          </p:cNvSpPr>
          <p:nvPr>
            <p:ph type="body" sz="quarter" idx="10"/>
          </p:nvPr>
        </p:nvSpPr>
        <p:spPr>
          <a:xfrm>
            <a:off x="685799" y="1714502"/>
            <a:ext cx="4685191" cy="3810000"/>
          </a:xfrm>
        </p:spPr>
        <p:txBody>
          <a:bodyPr/>
          <a:lstStyle/>
          <a:p>
            <a:r>
              <a:rPr lang="en-US" dirty="0"/>
              <a:t>An adaptive page layout uses CSS media queries to detect the width of the browser and alter the layout accordingly. Adaptive layouts will use fixed unit like pixels, just like a static layout, but the difference is that there are essentially multiple fixed widths defined by specific media queries.</a:t>
            </a:r>
            <a:endParaRPr lang="ru-RU" dirty="0"/>
          </a:p>
          <a:p>
            <a:endParaRPr lang="en-US" dirty="0"/>
          </a:p>
        </p:txBody>
      </p:sp>
      <p:sp>
        <p:nvSpPr>
          <p:cNvPr id="6" name="Title 3">
            <a:extLst>
              <a:ext uri="{FF2B5EF4-FFF2-40B4-BE49-F238E27FC236}">
                <a16:creationId xmlns:a16="http://schemas.microsoft.com/office/drawing/2014/main" id="{552B119F-E694-4313-ADAC-69A9F9627046}"/>
              </a:ext>
            </a:extLst>
          </p:cNvPr>
          <p:cNvSpPr txBox="1">
            <a:spLocks/>
          </p:cNvSpPr>
          <p:nvPr/>
        </p:nvSpPr>
        <p:spPr>
          <a:xfrm>
            <a:off x="685800" y="0"/>
            <a:ext cx="10820400" cy="1714502"/>
          </a:xfrm>
          <a:prstGeom prst="rect">
            <a:avLst/>
          </a:prstGeom>
        </p:spPr>
        <p:txBody>
          <a:bodyPr lIns="0" anchor="t">
            <a:noAutofit/>
          </a:bodyPr>
          <a:lstStyle>
            <a:lvl1pPr algn="l" defTabSz="914400" rtl="0" eaLnBrk="1" latinLnBrk="0" hangingPunct="1">
              <a:lnSpc>
                <a:spcPts val="11000"/>
              </a:lnSpc>
              <a:spcBef>
                <a:spcPct val="0"/>
              </a:spcBef>
              <a:buNone/>
              <a:defRPr sz="12500" kern="1200">
                <a:solidFill>
                  <a:schemeClr val="tx1"/>
                </a:solidFill>
                <a:latin typeface="Proxima Nova Black" panose="02000506030000020004" pitchFamily="50" charset="0"/>
                <a:ea typeface="+mj-ea"/>
                <a:cs typeface="+mj-cs"/>
              </a:defRPr>
            </a:lvl1pPr>
          </a:lstStyle>
          <a:p>
            <a:r>
              <a:rPr lang="en-US" sz="4400" dirty="0"/>
              <a:t>Adaptive Site Layout</a:t>
            </a:r>
            <a:endParaRPr lang="uk-UA" sz="4400" dirty="0"/>
          </a:p>
        </p:txBody>
      </p:sp>
      <p:pic>
        <p:nvPicPr>
          <p:cNvPr id="4" name="Picture 3">
            <a:extLst>
              <a:ext uri="{FF2B5EF4-FFF2-40B4-BE49-F238E27FC236}">
                <a16:creationId xmlns:a16="http://schemas.microsoft.com/office/drawing/2014/main" id="{CD736F2D-D0BE-44CA-99CD-87AAF893C53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920972" y="1714502"/>
            <a:ext cx="5585228" cy="3620055"/>
          </a:xfrm>
          <a:prstGeom prst="rect">
            <a:avLst/>
          </a:prstGeom>
        </p:spPr>
      </p:pic>
    </p:spTree>
    <p:extLst>
      <p:ext uri="{BB962C8B-B14F-4D97-AF65-F5344CB8AC3E}">
        <p14:creationId xmlns:p14="http://schemas.microsoft.com/office/powerpoint/2010/main" val="29231150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Placeholder 4"/>
          <p:cNvSpPr>
            <a:spLocks noGrp="1"/>
          </p:cNvSpPr>
          <p:nvPr>
            <p:ph type="body" sz="quarter" idx="10"/>
          </p:nvPr>
        </p:nvSpPr>
        <p:spPr>
          <a:xfrm>
            <a:off x="685800" y="1714502"/>
            <a:ext cx="4791722" cy="3810000"/>
          </a:xfrm>
        </p:spPr>
        <p:txBody>
          <a:bodyPr/>
          <a:lstStyle/>
          <a:p>
            <a:r>
              <a:rPr lang="en-US" dirty="0"/>
              <a:t>Responsive design takes the best of the two worlds of fluid and adaptive design. </a:t>
            </a:r>
            <a:endParaRPr lang="ru-RU" dirty="0"/>
          </a:p>
          <a:p>
            <a:r>
              <a:rPr lang="en-US" dirty="0"/>
              <a:t>There are several so-called breakpoints</a:t>
            </a:r>
            <a:r>
              <a:rPr lang="ru-RU" dirty="0"/>
              <a:t> (</a:t>
            </a:r>
            <a:r>
              <a:rPr lang="en-US" dirty="0"/>
              <a:t>media queries</a:t>
            </a:r>
            <a:r>
              <a:rPr lang="ru-RU" dirty="0"/>
              <a:t>)</a:t>
            </a:r>
            <a:r>
              <a:rPr lang="en-US" dirty="0"/>
              <a:t>, which divide all possible screen sizes in ranges. The interface has different layout depending on the screen size it’s viewed on. </a:t>
            </a:r>
            <a:endParaRPr lang="ru-RU" dirty="0"/>
          </a:p>
          <a:p>
            <a:r>
              <a:rPr lang="en-US" dirty="0"/>
              <a:t>Also, depending on the screen size, elements will stretch or shrink accordingly. Responsive layout provides a custom experience for whichever screen size it’s viewed on.</a:t>
            </a:r>
          </a:p>
        </p:txBody>
      </p:sp>
      <p:sp>
        <p:nvSpPr>
          <p:cNvPr id="6" name="Title 3">
            <a:extLst>
              <a:ext uri="{FF2B5EF4-FFF2-40B4-BE49-F238E27FC236}">
                <a16:creationId xmlns:a16="http://schemas.microsoft.com/office/drawing/2014/main" id="{552B119F-E694-4313-ADAC-69A9F9627046}"/>
              </a:ext>
            </a:extLst>
          </p:cNvPr>
          <p:cNvSpPr txBox="1">
            <a:spLocks/>
          </p:cNvSpPr>
          <p:nvPr/>
        </p:nvSpPr>
        <p:spPr>
          <a:xfrm>
            <a:off x="685800" y="0"/>
            <a:ext cx="10820400" cy="1714502"/>
          </a:xfrm>
          <a:prstGeom prst="rect">
            <a:avLst/>
          </a:prstGeom>
        </p:spPr>
        <p:txBody>
          <a:bodyPr lIns="0" anchor="t">
            <a:noAutofit/>
          </a:bodyPr>
          <a:lstStyle>
            <a:lvl1pPr algn="l" defTabSz="914400" rtl="0" eaLnBrk="1" latinLnBrk="0" hangingPunct="1">
              <a:lnSpc>
                <a:spcPts val="11000"/>
              </a:lnSpc>
              <a:spcBef>
                <a:spcPct val="0"/>
              </a:spcBef>
              <a:buNone/>
              <a:defRPr sz="12500" kern="1200">
                <a:solidFill>
                  <a:schemeClr val="tx1"/>
                </a:solidFill>
                <a:latin typeface="Proxima Nova Black" panose="02000506030000020004" pitchFamily="50" charset="0"/>
                <a:ea typeface="+mj-ea"/>
                <a:cs typeface="+mj-cs"/>
              </a:defRPr>
            </a:lvl1pPr>
          </a:lstStyle>
          <a:p>
            <a:r>
              <a:rPr lang="en-US" sz="4400" dirty="0"/>
              <a:t>Responsive Site Layout</a:t>
            </a:r>
            <a:endParaRPr lang="uk-UA" sz="4400" dirty="0"/>
          </a:p>
        </p:txBody>
      </p:sp>
      <p:pic>
        <p:nvPicPr>
          <p:cNvPr id="3" name="Picture 2">
            <a:extLst>
              <a:ext uri="{FF2B5EF4-FFF2-40B4-BE49-F238E27FC236}">
                <a16:creationId xmlns:a16="http://schemas.microsoft.com/office/drawing/2014/main" id="{20B85CD7-622A-40C0-B117-65BE4136718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096000" y="1714502"/>
            <a:ext cx="5451258" cy="3533223"/>
          </a:xfrm>
          <a:prstGeom prst="rect">
            <a:avLst/>
          </a:prstGeom>
        </p:spPr>
      </p:pic>
    </p:spTree>
    <p:extLst>
      <p:ext uri="{BB962C8B-B14F-4D97-AF65-F5344CB8AC3E}">
        <p14:creationId xmlns:p14="http://schemas.microsoft.com/office/powerpoint/2010/main" val="419527365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Best practices</a:t>
            </a:r>
          </a:p>
        </p:txBody>
      </p:sp>
    </p:spTree>
    <p:extLst>
      <p:ext uri="{BB962C8B-B14F-4D97-AF65-F5344CB8AC3E}">
        <p14:creationId xmlns:p14="http://schemas.microsoft.com/office/powerpoint/2010/main" val="267222149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Placeholder 4"/>
          <p:cNvSpPr>
            <a:spLocks noGrp="1"/>
          </p:cNvSpPr>
          <p:nvPr>
            <p:ph type="body" sz="quarter" idx="10"/>
          </p:nvPr>
        </p:nvSpPr>
        <p:spPr>
          <a:xfrm>
            <a:off x="685800" y="1714502"/>
            <a:ext cx="9281160" cy="3810000"/>
          </a:xfrm>
        </p:spPr>
        <p:txBody>
          <a:bodyPr/>
          <a:lstStyle/>
          <a:p>
            <a:r>
              <a:rPr lang="en-US" dirty="0"/>
              <a:t>The better the layout of the site, the better the site will work. What are the requirements for layout today? Here they are:</a:t>
            </a:r>
          </a:p>
          <a:p>
            <a:pPr marL="342900" indent="-342900">
              <a:buFont typeface="Arial" panose="020B0604020202020204" pitchFamily="34" charset="0"/>
              <a:buChar char="•"/>
            </a:pPr>
            <a:r>
              <a:rPr lang="en-US" dirty="0"/>
              <a:t>Responsiveness</a:t>
            </a:r>
          </a:p>
          <a:p>
            <a:pPr marL="342900" indent="-342900">
              <a:buFont typeface="Arial" panose="020B0604020202020204" pitchFamily="34" charset="0"/>
              <a:buChar char="•"/>
            </a:pPr>
            <a:r>
              <a:rPr lang="en-US" dirty="0"/>
              <a:t>Accessibility</a:t>
            </a:r>
          </a:p>
          <a:p>
            <a:pPr marL="342900" indent="-342900">
              <a:buFont typeface="Arial" panose="020B0604020202020204" pitchFamily="34" charset="0"/>
              <a:buChar char="•"/>
            </a:pPr>
            <a:r>
              <a:rPr lang="en-US" dirty="0"/>
              <a:t>High page loading speed</a:t>
            </a:r>
          </a:p>
          <a:p>
            <a:pPr marL="342900" indent="-342900">
              <a:buFont typeface="Arial" panose="020B0604020202020204" pitchFamily="34" charset="0"/>
              <a:buChar char="•"/>
            </a:pPr>
            <a:r>
              <a:rPr lang="en-US" dirty="0"/>
              <a:t>Semantics</a:t>
            </a:r>
            <a:endParaRPr lang="ru-RU" dirty="0"/>
          </a:p>
          <a:p>
            <a:pPr marL="342900" indent="-342900">
              <a:buFont typeface="Arial" panose="020B0604020202020204" pitchFamily="34" charset="0"/>
              <a:buChar char="•"/>
            </a:pPr>
            <a:r>
              <a:rPr lang="en-US" dirty="0"/>
              <a:t>Validity</a:t>
            </a:r>
          </a:p>
          <a:p>
            <a:pPr marL="342900" indent="-342900">
              <a:buFont typeface="Arial" panose="020B0604020202020204" pitchFamily="34" charset="0"/>
              <a:buChar char="•"/>
            </a:pPr>
            <a:r>
              <a:rPr lang="en-US" dirty="0"/>
              <a:t>Cross-browser compatibility</a:t>
            </a:r>
          </a:p>
        </p:txBody>
      </p:sp>
      <p:sp>
        <p:nvSpPr>
          <p:cNvPr id="6" name="Title 3">
            <a:extLst>
              <a:ext uri="{FF2B5EF4-FFF2-40B4-BE49-F238E27FC236}">
                <a16:creationId xmlns:a16="http://schemas.microsoft.com/office/drawing/2014/main" id="{552B119F-E694-4313-ADAC-69A9F9627046}"/>
              </a:ext>
            </a:extLst>
          </p:cNvPr>
          <p:cNvSpPr txBox="1">
            <a:spLocks/>
          </p:cNvSpPr>
          <p:nvPr/>
        </p:nvSpPr>
        <p:spPr>
          <a:xfrm>
            <a:off x="685800" y="0"/>
            <a:ext cx="10820400" cy="1714502"/>
          </a:xfrm>
          <a:prstGeom prst="rect">
            <a:avLst/>
          </a:prstGeom>
        </p:spPr>
        <p:txBody>
          <a:bodyPr lIns="0" anchor="t">
            <a:noAutofit/>
          </a:bodyPr>
          <a:lstStyle>
            <a:lvl1pPr algn="l" defTabSz="914400" rtl="0" eaLnBrk="1" latinLnBrk="0" hangingPunct="1">
              <a:lnSpc>
                <a:spcPts val="11000"/>
              </a:lnSpc>
              <a:spcBef>
                <a:spcPct val="0"/>
              </a:spcBef>
              <a:buNone/>
              <a:defRPr sz="12500" kern="1200">
                <a:solidFill>
                  <a:schemeClr val="tx1"/>
                </a:solidFill>
                <a:latin typeface="Proxima Nova Black" panose="02000506030000020004" pitchFamily="50" charset="0"/>
                <a:ea typeface="+mj-ea"/>
                <a:cs typeface="+mj-cs"/>
              </a:defRPr>
            </a:lvl1pPr>
          </a:lstStyle>
          <a:p>
            <a:r>
              <a:rPr lang="en-US" sz="4400" dirty="0"/>
              <a:t>Requirements For Modern Layout</a:t>
            </a:r>
            <a:endParaRPr lang="uk-UA" sz="4400" dirty="0"/>
          </a:p>
        </p:txBody>
      </p:sp>
    </p:spTree>
    <p:extLst>
      <p:ext uri="{BB962C8B-B14F-4D97-AF65-F5344CB8AC3E}">
        <p14:creationId xmlns:p14="http://schemas.microsoft.com/office/powerpoint/2010/main" val="90560048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Placeholder 4"/>
          <p:cNvSpPr>
            <a:spLocks noGrp="1"/>
          </p:cNvSpPr>
          <p:nvPr>
            <p:ph type="body" sz="quarter" idx="10"/>
          </p:nvPr>
        </p:nvSpPr>
        <p:spPr>
          <a:xfrm>
            <a:off x="685800" y="1714502"/>
            <a:ext cx="9281160" cy="3810000"/>
          </a:xfrm>
        </p:spPr>
        <p:txBody>
          <a:bodyPr/>
          <a:lstStyle/>
          <a:p>
            <a:r>
              <a:rPr lang="en-US" dirty="0"/>
              <a:t>We live in a world where our sites our not only being visited by a variety of different devices and screen sizes, but the same customers are returning to our sites at different times using these different devices. This means that, to best support their experience, our sites must work well regardless of which device they may be using at a given time. The same content that they have access to on one devices must be present when they return on other devices to ensure consistency in the information that they are seeking.</a:t>
            </a:r>
          </a:p>
          <a:p>
            <a:r>
              <a:rPr lang="en-US" dirty="0"/>
              <a:t>Responsive web design has become more important as the amount of mobile traffic now accounts for more than half of total internet traffic. Therefore, Google announced </a:t>
            </a:r>
            <a:r>
              <a:rPr lang="en-US" dirty="0">
                <a:hlinkClick r:id="rId2" tooltip="Mobilegeddon"/>
              </a:rPr>
              <a:t>Mobilegeddon</a:t>
            </a:r>
            <a:r>
              <a:rPr lang="en-US" dirty="0"/>
              <a:t> in 2015, and started to boost the ratings of sites that are mobile friendly if the search was made from a mobile device.</a:t>
            </a:r>
          </a:p>
        </p:txBody>
      </p:sp>
      <p:sp>
        <p:nvSpPr>
          <p:cNvPr id="6" name="Title 3">
            <a:extLst>
              <a:ext uri="{FF2B5EF4-FFF2-40B4-BE49-F238E27FC236}">
                <a16:creationId xmlns:a16="http://schemas.microsoft.com/office/drawing/2014/main" id="{552B119F-E694-4313-ADAC-69A9F9627046}"/>
              </a:ext>
            </a:extLst>
          </p:cNvPr>
          <p:cNvSpPr txBox="1">
            <a:spLocks/>
          </p:cNvSpPr>
          <p:nvPr/>
        </p:nvSpPr>
        <p:spPr>
          <a:xfrm>
            <a:off x="685800" y="0"/>
            <a:ext cx="10820400" cy="1714502"/>
          </a:xfrm>
          <a:prstGeom prst="rect">
            <a:avLst/>
          </a:prstGeom>
        </p:spPr>
        <p:txBody>
          <a:bodyPr lIns="0" anchor="t">
            <a:noAutofit/>
          </a:bodyPr>
          <a:lstStyle>
            <a:lvl1pPr algn="l" defTabSz="914400" rtl="0" eaLnBrk="1" latinLnBrk="0" hangingPunct="1">
              <a:lnSpc>
                <a:spcPts val="11000"/>
              </a:lnSpc>
              <a:spcBef>
                <a:spcPct val="0"/>
              </a:spcBef>
              <a:buNone/>
              <a:defRPr sz="12500" kern="1200">
                <a:solidFill>
                  <a:schemeClr val="tx1"/>
                </a:solidFill>
                <a:latin typeface="Proxima Nova Black" panose="02000506030000020004" pitchFamily="50" charset="0"/>
                <a:ea typeface="+mj-ea"/>
                <a:cs typeface="+mj-cs"/>
              </a:defRPr>
            </a:lvl1pPr>
          </a:lstStyle>
          <a:p>
            <a:r>
              <a:rPr lang="en-US" sz="4400" dirty="0"/>
              <a:t>Responsiveness</a:t>
            </a:r>
            <a:endParaRPr lang="uk-UA" sz="4400" dirty="0"/>
          </a:p>
        </p:txBody>
      </p:sp>
    </p:spTree>
    <p:extLst>
      <p:ext uri="{BB962C8B-B14F-4D97-AF65-F5344CB8AC3E}">
        <p14:creationId xmlns:p14="http://schemas.microsoft.com/office/powerpoint/2010/main" val="197464436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Placeholder 4"/>
          <p:cNvSpPr>
            <a:spLocks noGrp="1"/>
          </p:cNvSpPr>
          <p:nvPr>
            <p:ph type="body" sz="quarter" idx="10"/>
          </p:nvPr>
        </p:nvSpPr>
        <p:spPr>
          <a:xfrm>
            <a:off x="685800" y="1714502"/>
            <a:ext cx="10446798" cy="3810000"/>
          </a:xfrm>
        </p:spPr>
        <p:txBody>
          <a:bodyPr/>
          <a:lstStyle/>
          <a:p>
            <a:pPr algn="r"/>
            <a:r>
              <a:rPr lang="en-US" sz="1600" i="1" dirty="0"/>
              <a:t>“The power of the Web is in its universality.</a:t>
            </a:r>
            <a:br>
              <a:rPr lang="en-US" sz="1600" i="1" dirty="0"/>
            </a:br>
            <a:r>
              <a:rPr lang="en-US" sz="1600" i="1" dirty="0"/>
              <a:t>Access by everyone regardless of disability is an essential aspect”</a:t>
            </a:r>
          </a:p>
          <a:p>
            <a:pPr algn="r"/>
            <a:r>
              <a:rPr lang="en-US" sz="1200" b="1" dirty="0"/>
              <a:t>Tim Berners-Lee, W3C Director and inventor of the World Wide Web</a:t>
            </a:r>
          </a:p>
          <a:p>
            <a:endParaRPr lang="en-US" sz="1200" b="1" dirty="0"/>
          </a:p>
          <a:p>
            <a:r>
              <a:rPr lang="en-US" dirty="0"/>
              <a:t>Accessibility is essential for developers and organizations that want to create high quality websites and web tools, and not exclude people from using their products and services.</a:t>
            </a:r>
          </a:p>
          <a:p>
            <a:r>
              <a:rPr lang="en-US" dirty="0"/>
              <a:t>Write HTML with accessibility in mind. Provide the user a good way to navigate and interact with your site. Make your HTML code as </a:t>
            </a:r>
            <a:r>
              <a:rPr lang="en-US" b="1" dirty="0"/>
              <a:t>semantic</a:t>
            </a:r>
            <a:r>
              <a:rPr lang="en-US" dirty="0"/>
              <a:t> as possible, so that the code is easy to understand for visitors and screen readers.</a:t>
            </a:r>
          </a:p>
          <a:p>
            <a:br>
              <a:rPr lang="en-US" sz="1200" dirty="0"/>
            </a:br>
            <a:endParaRPr lang="en-US" sz="1200" b="1" dirty="0"/>
          </a:p>
        </p:txBody>
      </p:sp>
      <p:sp>
        <p:nvSpPr>
          <p:cNvPr id="6" name="Title 3">
            <a:extLst>
              <a:ext uri="{FF2B5EF4-FFF2-40B4-BE49-F238E27FC236}">
                <a16:creationId xmlns:a16="http://schemas.microsoft.com/office/drawing/2014/main" id="{552B119F-E694-4313-ADAC-69A9F9627046}"/>
              </a:ext>
            </a:extLst>
          </p:cNvPr>
          <p:cNvSpPr txBox="1">
            <a:spLocks/>
          </p:cNvSpPr>
          <p:nvPr/>
        </p:nvSpPr>
        <p:spPr>
          <a:xfrm>
            <a:off x="685800" y="0"/>
            <a:ext cx="10820400" cy="1714502"/>
          </a:xfrm>
          <a:prstGeom prst="rect">
            <a:avLst/>
          </a:prstGeom>
        </p:spPr>
        <p:txBody>
          <a:bodyPr lIns="0" anchor="t">
            <a:noAutofit/>
          </a:bodyPr>
          <a:lstStyle>
            <a:lvl1pPr algn="l" defTabSz="914400" rtl="0" eaLnBrk="1" latinLnBrk="0" hangingPunct="1">
              <a:lnSpc>
                <a:spcPts val="11000"/>
              </a:lnSpc>
              <a:spcBef>
                <a:spcPct val="0"/>
              </a:spcBef>
              <a:buNone/>
              <a:defRPr sz="12500" kern="1200">
                <a:solidFill>
                  <a:schemeClr val="tx1"/>
                </a:solidFill>
                <a:latin typeface="Proxima Nova Black" panose="02000506030000020004" pitchFamily="50" charset="0"/>
                <a:ea typeface="+mj-ea"/>
                <a:cs typeface="+mj-cs"/>
              </a:defRPr>
            </a:lvl1pPr>
          </a:lstStyle>
          <a:p>
            <a:r>
              <a:rPr lang="en-US" sz="4400" dirty="0"/>
              <a:t>Accessibility</a:t>
            </a:r>
            <a:endParaRPr lang="uk-UA" sz="4400" dirty="0"/>
          </a:p>
        </p:txBody>
      </p:sp>
    </p:spTree>
    <p:extLst>
      <p:ext uri="{BB962C8B-B14F-4D97-AF65-F5344CB8AC3E}">
        <p14:creationId xmlns:p14="http://schemas.microsoft.com/office/powerpoint/2010/main" val="141041909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Placeholder 4"/>
          <p:cNvSpPr>
            <a:spLocks noGrp="1"/>
          </p:cNvSpPr>
          <p:nvPr>
            <p:ph type="body" sz="quarter" idx="10"/>
          </p:nvPr>
        </p:nvSpPr>
        <p:spPr>
          <a:xfrm>
            <a:off x="685800" y="1714502"/>
            <a:ext cx="9281160" cy="3810000"/>
          </a:xfrm>
        </p:spPr>
        <p:txBody>
          <a:bodyPr/>
          <a:lstStyle/>
          <a:p>
            <a:r>
              <a:rPr lang="en-US" dirty="0"/>
              <a:t>A </a:t>
            </a:r>
            <a:r>
              <a:rPr lang="en-US" u="sng" dirty="0"/>
              <a:t>one-second delay in page load time</a:t>
            </a:r>
            <a:r>
              <a:rPr lang="en-US" dirty="0"/>
              <a:t> yields:</a:t>
            </a:r>
          </a:p>
          <a:p>
            <a:pPr marL="342900" indent="-342900">
              <a:buFont typeface="Arial" panose="020B0604020202020204" pitchFamily="34" charset="0"/>
              <a:buChar char="•"/>
            </a:pPr>
            <a:r>
              <a:rPr lang="en-US" dirty="0"/>
              <a:t>11% fewer page views</a:t>
            </a:r>
          </a:p>
          <a:p>
            <a:pPr marL="342900" indent="-342900">
              <a:buFont typeface="Arial" panose="020B0604020202020204" pitchFamily="34" charset="0"/>
              <a:buChar char="•"/>
            </a:pPr>
            <a:r>
              <a:rPr lang="en-US" dirty="0"/>
              <a:t>16% decrease in customer satisfaction</a:t>
            </a:r>
          </a:p>
          <a:p>
            <a:r>
              <a:rPr lang="en-US" b="1" dirty="0"/>
              <a:t>How to speed up your website in 2019:</a:t>
            </a:r>
          </a:p>
          <a:p>
            <a:pPr marL="342900" indent="-342900">
              <a:buFont typeface="Arial" panose="020B0604020202020204" pitchFamily="34" charset="0"/>
              <a:buChar char="•"/>
            </a:pPr>
            <a:r>
              <a:rPr lang="en-US" dirty="0"/>
              <a:t>Minimize HTTP requests</a:t>
            </a:r>
          </a:p>
          <a:p>
            <a:pPr marL="342900" indent="-342900">
              <a:buFont typeface="Arial" panose="020B0604020202020204" pitchFamily="34" charset="0"/>
              <a:buChar char="•"/>
            </a:pPr>
            <a:r>
              <a:rPr lang="en-US" dirty="0"/>
              <a:t>Minify and combine files</a:t>
            </a:r>
          </a:p>
          <a:p>
            <a:pPr marL="342900" indent="-342900">
              <a:buFont typeface="Arial" panose="020B0604020202020204" pitchFamily="34" charset="0"/>
              <a:buChar char="•"/>
            </a:pPr>
            <a:r>
              <a:rPr lang="en-US" dirty="0"/>
              <a:t>Reduce image sizes</a:t>
            </a:r>
          </a:p>
          <a:p>
            <a:pPr marL="342900" indent="-342900">
              <a:buFont typeface="Arial" panose="020B0604020202020204" pitchFamily="34" charset="0"/>
              <a:buChar char="•"/>
            </a:pPr>
            <a:r>
              <a:rPr lang="en-US" dirty="0"/>
              <a:t>Use asynchronous loading for CSS and JavaScript files</a:t>
            </a:r>
          </a:p>
          <a:p>
            <a:pPr marL="342900" indent="-342900">
              <a:buFont typeface="Arial" panose="020B0604020202020204" pitchFamily="34" charset="0"/>
              <a:buChar char="•"/>
            </a:pPr>
            <a:r>
              <a:rPr lang="en-US" dirty="0"/>
              <a:t>Defer JavaScript loading</a:t>
            </a:r>
          </a:p>
          <a:p>
            <a:pPr marL="342900" indent="-342900">
              <a:buFont typeface="Arial" panose="020B0604020202020204" pitchFamily="34" charset="0"/>
              <a:buChar char="•"/>
            </a:pPr>
            <a:endParaRPr lang="en-US" dirty="0"/>
          </a:p>
        </p:txBody>
      </p:sp>
      <p:sp>
        <p:nvSpPr>
          <p:cNvPr id="6" name="Title 3">
            <a:extLst>
              <a:ext uri="{FF2B5EF4-FFF2-40B4-BE49-F238E27FC236}">
                <a16:creationId xmlns:a16="http://schemas.microsoft.com/office/drawing/2014/main" id="{552B119F-E694-4313-ADAC-69A9F9627046}"/>
              </a:ext>
            </a:extLst>
          </p:cNvPr>
          <p:cNvSpPr txBox="1">
            <a:spLocks/>
          </p:cNvSpPr>
          <p:nvPr/>
        </p:nvSpPr>
        <p:spPr>
          <a:xfrm>
            <a:off x="685800" y="0"/>
            <a:ext cx="10820400" cy="1714502"/>
          </a:xfrm>
          <a:prstGeom prst="rect">
            <a:avLst/>
          </a:prstGeom>
        </p:spPr>
        <p:txBody>
          <a:bodyPr lIns="0" anchor="t">
            <a:noAutofit/>
          </a:bodyPr>
          <a:lstStyle>
            <a:lvl1pPr algn="l" defTabSz="914400" rtl="0" eaLnBrk="1" latinLnBrk="0" hangingPunct="1">
              <a:lnSpc>
                <a:spcPts val="11000"/>
              </a:lnSpc>
              <a:spcBef>
                <a:spcPct val="0"/>
              </a:spcBef>
              <a:buNone/>
              <a:defRPr sz="12500" kern="1200">
                <a:solidFill>
                  <a:schemeClr val="tx1"/>
                </a:solidFill>
                <a:latin typeface="Proxima Nova Black" panose="02000506030000020004" pitchFamily="50" charset="0"/>
                <a:ea typeface="+mj-ea"/>
                <a:cs typeface="+mj-cs"/>
              </a:defRPr>
            </a:lvl1pPr>
          </a:lstStyle>
          <a:p>
            <a:r>
              <a:rPr lang="en-US" sz="4400" dirty="0"/>
              <a:t>High Page Loading Speed</a:t>
            </a:r>
            <a:endParaRPr lang="uk-UA" sz="4400" dirty="0"/>
          </a:p>
        </p:txBody>
      </p:sp>
    </p:spTree>
    <p:extLst>
      <p:ext uri="{BB962C8B-B14F-4D97-AF65-F5344CB8AC3E}">
        <p14:creationId xmlns:p14="http://schemas.microsoft.com/office/powerpoint/2010/main" val="35401682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Placeholder 4"/>
          <p:cNvSpPr>
            <a:spLocks noGrp="1"/>
          </p:cNvSpPr>
          <p:nvPr>
            <p:ph type="body" sz="quarter" idx="10"/>
          </p:nvPr>
        </p:nvSpPr>
        <p:spPr>
          <a:xfrm>
            <a:off x="685800" y="1714502"/>
            <a:ext cx="5883676" cy="3810000"/>
          </a:xfrm>
        </p:spPr>
        <p:txBody>
          <a:bodyPr/>
          <a:lstStyle/>
          <a:p>
            <a:r>
              <a:rPr lang="en-US" dirty="0"/>
              <a:t>Semantic elements are elements with clearly defined meaning to both the browser and the developer. Elements like &lt;header&gt;, &lt;nav&gt;, &lt;footer&gt;, or &lt;article&gt; do a much better job of explaining the content that is contained within the element than &lt;span&gt; or &lt;div&gt;. </a:t>
            </a:r>
          </a:p>
          <a:p>
            <a:r>
              <a:rPr lang="en-US" dirty="0"/>
              <a:t>Also, that explicit information helps robots/crawlers like Google and Bing to better understand which content is important, which is subsidiary, which is for navigation, and so on.</a:t>
            </a:r>
          </a:p>
        </p:txBody>
      </p:sp>
      <p:sp>
        <p:nvSpPr>
          <p:cNvPr id="6" name="Title 3">
            <a:extLst>
              <a:ext uri="{FF2B5EF4-FFF2-40B4-BE49-F238E27FC236}">
                <a16:creationId xmlns:a16="http://schemas.microsoft.com/office/drawing/2014/main" id="{552B119F-E694-4313-ADAC-69A9F9627046}"/>
              </a:ext>
            </a:extLst>
          </p:cNvPr>
          <p:cNvSpPr txBox="1">
            <a:spLocks/>
          </p:cNvSpPr>
          <p:nvPr/>
        </p:nvSpPr>
        <p:spPr>
          <a:xfrm>
            <a:off x="685800" y="0"/>
            <a:ext cx="10820400" cy="1714502"/>
          </a:xfrm>
          <a:prstGeom prst="rect">
            <a:avLst/>
          </a:prstGeom>
        </p:spPr>
        <p:txBody>
          <a:bodyPr lIns="0" anchor="t">
            <a:noAutofit/>
          </a:bodyPr>
          <a:lstStyle>
            <a:lvl1pPr algn="l" defTabSz="914400" rtl="0" eaLnBrk="1" latinLnBrk="0" hangingPunct="1">
              <a:lnSpc>
                <a:spcPts val="11000"/>
              </a:lnSpc>
              <a:spcBef>
                <a:spcPct val="0"/>
              </a:spcBef>
              <a:buNone/>
              <a:defRPr sz="12500" kern="1200">
                <a:solidFill>
                  <a:schemeClr val="tx1"/>
                </a:solidFill>
                <a:latin typeface="Proxima Nova Black" panose="02000506030000020004" pitchFamily="50" charset="0"/>
                <a:ea typeface="+mj-ea"/>
                <a:cs typeface="+mj-cs"/>
              </a:defRPr>
            </a:lvl1pPr>
          </a:lstStyle>
          <a:p>
            <a:r>
              <a:rPr lang="en-US" sz="4400" dirty="0"/>
              <a:t>Semantics</a:t>
            </a:r>
            <a:endParaRPr lang="uk-UA" sz="4400" dirty="0"/>
          </a:p>
        </p:txBody>
      </p:sp>
      <p:pic>
        <p:nvPicPr>
          <p:cNvPr id="10244" name="Picture 4" descr="Diagram: div soup (several gray &lt;div&gt; elements) compared to semantic markup (&lt;header&gt;, &lt;article&gt;, &lt;figure&gt;, and &lt;footer&gt; in different colors)">
            <a:extLst>
              <a:ext uri="{FF2B5EF4-FFF2-40B4-BE49-F238E27FC236}">
                <a16:creationId xmlns:a16="http://schemas.microsoft.com/office/drawing/2014/main" id="{DDAB136B-A278-45D6-BD3B-6D9FE3F78A3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738151" y="1545861"/>
            <a:ext cx="4104859" cy="324364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3341540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Placeholder 4"/>
          <p:cNvSpPr>
            <a:spLocks noGrp="1"/>
          </p:cNvSpPr>
          <p:nvPr>
            <p:ph type="body" sz="quarter" idx="10"/>
          </p:nvPr>
        </p:nvSpPr>
        <p:spPr>
          <a:xfrm>
            <a:off x="685800" y="1714502"/>
            <a:ext cx="9281160" cy="3810000"/>
          </a:xfrm>
        </p:spPr>
        <p:txBody>
          <a:bodyPr/>
          <a:lstStyle/>
          <a:p>
            <a:r>
              <a:rPr lang="en-US" dirty="0"/>
              <a:t>There are a number of reasons why you should validate your page:</a:t>
            </a:r>
          </a:p>
          <a:p>
            <a:pPr marL="342900" indent="-342900">
              <a:buFont typeface="Arial" panose="020B0604020202020204" pitchFamily="34" charset="0"/>
              <a:buChar char="•"/>
            </a:pPr>
            <a:r>
              <a:rPr lang="en-US" dirty="0"/>
              <a:t>Improves usability and functionality because your users are less likely to run into errors</a:t>
            </a:r>
          </a:p>
          <a:p>
            <a:pPr marL="342900" indent="-342900">
              <a:buFont typeface="Arial" panose="020B0604020202020204" pitchFamily="34" charset="0"/>
              <a:buChar char="•"/>
            </a:pPr>
            <a:r>
              <a:rPr lang="en-US" dirty="0"/>
              <a:t>It Helps Cross-Browser, Cross-Platform and Future Compatibility</a:t>
            </a:r>
          </a:p>
          <a:p>
            <a:pPr marL="342900" indent="-342900">
              <a:buFont typeface="Arial" panose="020B0604020202020204" pitchFamily="34" charset="0"/>
              <a:buChar char="•"/>
            </a:pPr>
            <a:r>
              <a:rPr lang="en-US" dirty="0"/>
              <a:t>Search Engine Visibility</a:t>
            </a:r>
          </a:p>
          <a:p>
            <a:r>
              <a:rPr lang="en-US" dirty="0"/>
              <a:t>Validation tools:</a:t>
            </a:r>
          </a:p>
          <a:p>
            <a:pPr marL="342900" indent="-342900">
              <a:buFont typeface="Arial" panose="020B0604020202020204" pitchFamily="34" charset="0"/>
              <a:buChar char="•"/>
            </a:pPr>
            <a:r>
              <a:rPr lang="en-US" b="1" dirty="0"/>
              <a:t>HTML validator</a:t>
            </a:r>
            <a:r>
              <a:rPr lang="en-US" dirty="0"/>
              <a:t> checks to make sure the HTML code on your web page complies with the standards set by the W3 Consortium</a:t>
            </a:r>
          </a:p>
          <a:p>
            <a:pPr marL="342900" indent="-342900">
              <a:buFont typeface="Arial" panose="020B0604020202020204" pitchFamily="34" charset="0"/>
              <a:buChar char="•"/>
            </a:pPr>
            <a:r>
              <a:rPr lang="en-US" dirty="0"/>
              <a:t>A </a:t>
            </a:r>
            <a:r>
              <a:rPr lang="en-US" b="1" dirty="0"/>
              <a:t>CSS validator</a:t>
            </a:r>
            <a:r>
              <a:rPr lang="en-US" dirty="0"/>
              <a:t> checks your Cascading Style Sheet in the same manner. That is, it will check that it complies with the CSS standards set by the W3 Consortium.</a:t>
            </a:r>
          </a:p>
        </p:txBody>
      </p:sp>
      <p:sp>
        <p:nvSpPr>
          <p:cNvPr id="6" name="Title 3">
            <a:extLst>
              <a:ext uri="{FF2B5EF4-FFF2-40B4-BE49-F238E27FC236}">
                <a16:creationId xmlns:a16="http://schemas.microsoft.com/office/drawing/2014/main" id="{552B119F-E694-4313-ADAC-69A9F9627046}"/>
              </a:ext>
            </a:extLst>
          </p:cNvPr>
          <p:cNvSpPr txBox="1">
            <a:spLocks/>
          </p:cNvSpPr>
          <p:nvPr/>
        </p:nvSpPr>
        <p:spPr>
          <a:xfrm>
            <a:off x="685800" y="0"/>
            <a:ext cx="10820400" cy="1714502"/>
          </a:xfrm>
          <a:prstGeom prst="rect">
            <a:avLst/>
          </a:prstGeom>
        </p:spPr>
        <p:txBody>
          <a:bodyPr lIns="0" anchor="t">
            <a:noAutofit/>
          </a:bodyPr>
          <a:lstStyle>
            <a:lvl1pPr algn="l" defTabSz="914400" rtl="0" eaLnBrk="1" latinLnBrk="0" hangingPunct="1">
              <a:lnSpc>
                <a:spcPts val="11000"/>
              </a:lnSpc>
              <a:spcBef>
                <a:spcPct val="0"/>
              </a:spcBef>
              <a:buNone/>
              <a:defRPr sz="12500" kern="1200">
                <a:solidFill>
                  <a:schemeClr val="tx1"/>
                </a:solidFill>
                <a:latin typeface="Proxima Nova Black" panose="02000506030000020004" pitchFamily="50" charset="0"/>
                <a:ea typeface="+mj-ea"/>
                <a:cs typeface="+mj-cs"/>
              </a:defRPr>
            </a:lvl1pPr>
          </a:lstStyle>
          <a:p>
            <a:r>
              <a:rPr lang="en-US" sz="4400" dirty="0"/>
              <a:t>Validity</a:t>
            </a:r>
            <a:endParaRPr lang="uk-UA" sz="4400" dirty="0"/>
          </a:p>
        </p:txBody>
      </p:sp>
    </p:spTree>
    <p:extLst>
      <p:ext uri="{BB962C8B-B14F-4D97-AF65-F5344CB8AC3E}">
        <p14:creationId xmlns:p14="http://schemas.microsoft.com/office/powerpoint/2010/main" val="69923894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Placeholder 4"/>
          <p:cNvSpPr>
            <a:spLocks noGrp="1"/>
          </p:cNvSpPr>
          <p:nvPr>
            <p:ph type="body" sz="quarter" idx="10"/>
          </p:nvPr>
        </p:nvSpPr>
        <p:spPr>
          <a:xfrm>
            <a:off x="685800" y="1714502"/>
            <a:ext cx="9281160" cy="3810000"/>
          </a:xfrm>
        </p:spPr>
        <p:txBody>
          <a:bodyPr/>
          <a:lstStyle/>
          <a:p>
            <a:r>
              <a:rPr lang="en-US" dirty="0"/>
              <a:t>As a web developer, it is your responsibility to make sure that not only do your projects work, but they work for all your users, no matter what browser, device, or additional assistive tools they are using. </a:t>
            </a:r>
          </a:p>
          <a:p>
            <a:r>
              <a:rPr lang="en-US" dirty="0"/>
              <a:t>You need to test your website in different browsers other than the one or two that you use regularly on your devices.</a:t>
            </a:r>
          </a:p>
        </p:txBody>
      </p:sp>
      <p:sp>
        <p:nvSpPr>
          <p:cNvPr id="6" name="Title 3">
            <a:extLst>
              <a:ext uri="{FF2B5EF4-FFF2-40B4-BE49-F238E27FC236}">
                <a16:creationId xmlns:a16="http://schemas.microsoft.com/office/drawing/2014/main" id="{552B119F-E694-4313-ADAC-69A9F9627046}"/>
              </a:ext>
            </a:extLst>
          </p:cNvPr>
          <p:cNvSpPr txBox="1">
            <a:spLocks/>
          </p:cNvSpPr>
          <p:nvPr/>
        </p:nvSpPr>
        <p:spPr>
          <a:xfrm>
            <a:off x="685800" y="0"/>
            <a:ext cx="10820400" cy="1714502"/>
          </a:xfrm>
          <a:prstGeom prst="rect">
            <a:avLst/>
          </a:prstGeom>
        </p:spPr>
        <p:txBody>
          <a:bodyPr lIns="0" anchor="t">
            <a:noAutofit/>
          </a:bodyPr>
          <a:lstStyle>
            <a:lvl1pPr algn="l" defTabSz="914400" rtl="0" eaLnBrk="1" latinLnBrk="0" hangingPunct="1">
              <a:lnSpc>
                <a:spcPts val="11000"/>
              </a:lnSpc>
              <a:spcBef>
                <a:spcPct val="0"/>
              </a:spcBef>
              <a:buNone/>
              <a:defRPr sz="12500" kern="1200">
                <a:solidFill>
                  <a:schemeClr val="tx1"/>
                </a:solidFill>
                <a:latin typeface="Proxima Nova Black" panose="02000506030000020004" pitchFamily="50" charset="0"/>
                <a:ea typeface="+mj-ea"/>
                <a:cs typeface="+mj-cs"/>
              </a:defRPr>
            </a:lvl1pPr>
          </a:lstStyle>
          <a:p>
            <a:r>
              <a:rPr lang="en-US" sz="4400" dirty="0"/>
              <a:t>Cross-Browser Compatibility</a:t>
            </a:r>
            <a:endParaRPr lang="uk-UA" sz="4400" dirty="0"/>
          </a:p>
        </p:txBody>
      </p:sp>
    </p:spTree>
    <p:extLst>
      <p:ext uri="{BB962C8B-B14F-4D97-AF65-F5344CB8AC3E}">
        <p14:creationId xmlns:p14="http://schemas.microsoft.com/office/powerpoint/2010/main" val="114341974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Cross-Browser</a:t>
            </a:r>
            <a:br>
              <a:rPr lang="en-US" dirty="0"/>
            </a:br>
            <a:r>
              <a:rPr lang="en-US" dirty="0"/>
              <a:t>Compatibility</a:t>
            </a:r>
          </a:p>
        </p:txBody>
      </p:sp>
    </p:spTree>
    <p:extLst>
      <p:ext uri="{BB962C8B-B14F-4D97-AF65-F5344CB8AC3E}">
        <p14:creationId xmlns:p14="http://schemas.microsoft.com/office/powerpoint/2010/main" val="300764154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Placeholder 4"/>
          <p:cNvSpPr>
            <a:spLocks noGrp="1"/>
          </p:cNvSpPr>
          <p:nvPr>
            <p:ph type="body" sz="quarter" idx="10"/>
          </p:nvPr>
        </p:nvSpPr>
        <p:spPr>
          <a:xfrm>
            <a:off x="685800" y="1714502"/>
            <a:ext cx="9281160" cy="3810000"/>
          </a:xfrm>
        </p:spPr>
        <p:txBody>
          <a:bodyPr/>
          <a:lstStyle/>
          <a:p>
            <a:pPr marL="342900" indent="-342900">
              <a:buFont typeface="Arial" panose="020B0604020202020204" pitchFamily="34" charset="0"/>
              <a:buChar char="•"/>
            </a:pPr>
            <a:r>
              <a:rPr lang="en-US" dirty="0"/>
              <a:t>Keep Your Code Simple</a:t>
            </a:r>
          </a:p>
          <a:p>
            <a:pPr marL="342900" indent="-342900">
              <a:buFont typeface="Arial" panose="020B0604020202020204" pitchFamily="34" charset="0"/>
              <a:buChar char="•"/>
            </a:pPr>
            <a:r>
              <a:rPr lang="en-US" dirty="0"/>
              <a:t>Use Frameworks</a:t>
            </a:r>
          </a:p>
          <a:p>
            <a:pPr marL="342900" indent="-342900">
              <a:buFont typeface="Arial" panose="020B0604020202020204" pitchFamily="34" charset="0"/>
              <a:buChar char="•"/>
            </a:pPr>
            <a:r>
              <a:rPr lang="en-US" dirty="0"/>
              <a:t>Define Valid Doctype</a:t>
            </a:r>
          </a:p>
          <a:p>
            <a:pPr marL="342900" indent="-342900">
              <a:buFont typeface="Arial" panose="020B0604020202020204" pitchFamily="34" charset="0"/>
              <a:buChar char="•"/>
            </a:pPr>
            <a:r>
              <a:rPr lang="en-US" dirty="0"/>
              <a:t>CSS Reset</a:t>
            </a:r>
          </a:p>
          <a:p>
            <a:pPr marL="342900" indent="-342900">
              <a:buFont typeface="Arial" panose="020B0604020202020204" pitchFamily="34" charset="0"/>
              <a:buChar char="•"/>
            </a:pPr>
            <a:r>
              <a:rPr lang="en-US" dirty="0"/>
              <a:t>Validate </a:t>
            </a:r>
          </a:p>
          <a:p>
            <a:pPr marL="342900" indent="-342900">
              <a:buFont typeface="Arial" panose="020B0604020202020204" pitchFamily="34" charset="0"/>
              <a:buChar char="•"/>
            </a:pPr>
            <a:r>
              <a:rPr lang="en-US" dirty="0"/>
              <a:t>Conditional Comments</a:t>
            </a:r>
          </a:p>
          <a:p>
            <a:pPr marL="342900" indent="-342900">
              <a:buFont typeface="Arial" panose="020B0604020202020204" pitchFamily="34" charset="0"/>
              <a:buChar char="•"/>
            </a:pPr>
            <a:r>
              <a:rPr lang="en-US" dirty="0"/>
              <a:t>Prepare For Differences</a:t>
            </a:r>
          </a:p>
          <a:p>
            <a:pPr marL="342900" indent="-342900">
              <a:buFont typeface="Arial" panose="020B0604020202020204" pitchFamily="34" charset="0"/>
              <a:buChar char="•"/>
            </a:pPr>
            <a:r>
              <a:rPr lang="en-US" dirty="0"/>
              <a:t>Don’t Skip Cross-Browser Testing</a:t>
            </a:r>
          </a:p>
        </p:txBody>
      </p:sp>
      <p:sp>
        <p:nvSpPr>
          <p:cNvPr id="6" name="Title 3">
            <a:extLst>
              <a:ext uri="{FF2B5EF4-FFF2-40B4-BE49-F238E27FC236}">
                <a16:creationId xmlns:a16="http://schemas.microsoft.com/office/drawing/2014/main" id="{552B119F-E694-4313-ADAC-69A9F9627046}"/>
              </a:ext>
            </a:extLst>
          </p:cNvPr>
          <p:cNvSpPr txBox="1">
            <a:spLocks/>
          </p:cNvSpPr>
          <p:nvPr/>
        </p:nvSpPr>
        <p:spPr>
          <a:xfrm>
            <a:off x="685800" y="0"/>
            <a:ext cx="10820400" cy="1714502"/>
          </a:xfrm>
          <a:prstGeom prst="rect">
            <a:avLst/>
          </a:prstGeom>
        </p:spPr>
        <p:txBody>
          <a:bodyPr lIns="0" anchor="t">
            <a:noAutofit/>
          </a:bodyPr>
          <a:lstStyle>
            <a:lvl1pPr algn="l" defTabSz="914400" rtl="0" eaLnBrk="1" latinLnBrk="0" hangingPunct="1">
              <a:lnSpc>
                <a:spcPts val="11000"/>
              </a:lnSpc>
              <a:spcBef>
                <a:spcPct val="0"/>
              </a:spcBef>
              <a:buNone/>
              <a:defRPr sz="12500" kern="1200">
                <a:solidFill>
                  <a:schemeClr val="tx1"/>
                </a:solidFill>
                <a:latin typeface="Proxima Nova Black" panose="02000506030000020004" pitchFamily="50" charset="0"/>
                <a:ea typeface="+mj-ea"/>
                <a:cs typeface="+mj-cs"/>
              </a:defRPr>
            </a:lvl1pPr>
          </a:lstStyle>
          <a:p>
            <a:pPr>
              <a:lnSpc>
                <a:spcPct val="100000"/>
              </a:lnSpc>
            </a:pPr>
            <a:r>
              <a:rPr lang="en-US" sz="4400" dirty="0"/>
              <a:t>8 Essential Tips for Building a </a:t>
            </a:r>
          </a:p>
          <a:p>
            <a:pPr>
              <a:lnSpc>
                <a:spcPct val="100000"/>
              </a:lnSpc>
            </a:pPr>
            <a:r>
              <a:rPr lang="en-US" sz="4400" dirty="0"/>
              <a:t>Cross-Browser Compatible Website</a:t>
            </a:r>
          </a:p>
        </p:txBody>
      </p:sp>
    </p:spTree>
    <p:extLst>
      <p:ext uri="{BB962C8B-B14F-4D97-AF65-F5344CB8AC3E}">
        <p14:creationId xmlns:p14="http://schemas.microsoft.com/office/powerpoint/2010/main" val="422681468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Placeholder 4"/>
          <p:cNvSpPr>
            <a:spLocks noGrp="1"/>
          </p:cNvSpPr>
          <p:nvPr>
            <p:ph type="body" sz="quarter" idx="10"/>
          </p:nvPr>
        </p:nvSpPr>
        <p:spPr>
          <a:xfrm>
            <a:off x="685800" y="1714502"/>
            <a:ext cx="9281160" cy="3810000"/>
          </a:xfrm>
        </p:spPr>
        <p:txBody>
          <a:bodyPr/>
          <a:lstStyle/>
          <a:p>
            <a:r>
              <a:rPr lang="en-US" dirty="0"/>
              <a:t>Think quality over quantity when it comes to coding. </a:t>
            </a:r>
          </a:p>
          <a:p>
            <a:r>
              <a:rPr lang="en-US" dirty="0"/>
              <a:t>Don’t dedicate ten lines of code to a feature that only needs three. </a:t>
            </a:r>
          </a:p>
          <a:p>
            <a:r>
              <a:rPr lang="en-US" dirty="0"/>
              <a:t>Not only will simple code be more cross-browser friendly, it will also be more maintainable when the time comes that you do have to debug or adjust it for compatibility.</a:t>
            </a:r>
          </a:p>
        </p:txBody>
      </p:sp>
      <p:sp>
        <p:nvSpPr>
          <p:cNvPr id="6" name="Title 3">
            <a:extLst>
              <a:ext uri="{FF2B5EF4-FFF2-40B4-BE49-F238E27FC236}">
                <a16:creationId xmlns:a16="http://schemas.microsoft.com/office/drawing/2014/main" id="{552B119F-E694-4313-ADAC-69A9F9627046}"/>
              </a:ext>
            </a:extLst>
          </p:cNvPr>
          <p:cNvSpPr txBox="1">
            <a:spLocks/>
          </p:cNvSpPr>
          <p:nvPr/>
        </p:nvSpPr>
        <p:spPr>
          <a:xfrm>
            <a:off x="685800" y="0"/>
            <a:ext cx="10820400" cy="1714502"/>
          </a:xfrm>
          <a:prstGeom prst="rect">
            <a:avLst/>
          </a:prstGeom>
        </p:spPr>
        <p:txBody>
          <a:bodyPr lIns="0" anchor="t">
            <a:noAutofit/>
          </a:bodyPr>
          <a:lstStyle>
            <a:lvl1pPr algn="l" defTabSz="914400" rtl="0" eaLnBrk="1" latinLnBrk="0" hangingPunct="1">
              <a:lnSpc>
                <a:spcPts val="11000"/>
              </a:lnSpc>
              <a:spcBef>
                <a:spcPct val="0"/>
              </a:spcBef>
              <a:buNone/>
              <a:defRPr sz="12500" kern="1200">
                <a:solidFill>
                  <a:schemeClr val="tx1"/>
                </a:solidFill>
                <a:latin typeface="Proxima Nova Black" panose="02000506030000020004" pitchFamily="50" charset="0"/>
                <a:ea typeface="+mj-ea"/>
                <a:cs typeface="+mj-cs"/>
              </a:defRPr>
            </a:lvl1pPr>
          </a:lstStyle>
          <a:p>
            <a:r>
              <a:rPr lang="en-US" sz="4400" dirty="0"/>
              <a:t>Keep Your Code Simple</a:t>
            </a:r>
            <a:endParaRPr lang="uk-UA" sz="4400" dirty="0"/>
          </a:p>
        </p:txBody>
      </p:sp>
    </p:spTree>
    <p:extLst>
      <p:ext uri="{BB962C8B-B14F-4D97-AF65-F5344CB8AC3E}">
        <p14:creationId xmlns:p14="http://schemas.microsoft.com/office/powerpoint/2010/main" val="406150497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Placeholder 4"/>
          <p:cNvSpPr>
            <a:spLocks noGrp="1"/>
          </p:cNvSpPr>
          <p:nvPr>
            <p:ph type="body" sz="quarter" idx="10"/>
          </p:nvPr>
        </p:nvSpPr>
        <p:spPr>
          <a:xfrm>
            <a:off x="685800" y="1714502"/>
            <a:ext cx="9281160" cy="3810000"/>
          </a:xfrm>
        </p:spPr>
        <p:txBody>
          <a:bodyPr/>
          <a:lstStyle/>
          <a:p>
            <a:r>
              <a:rPr lang="en-US" dirty="0"/>
              <a:t>CSS frameworks like </a:t>
            </a:r>
            <a:r>
              <a:rPr lang="en-US" dirty="0">
                <a:hlinkClick r:id="rId2"/>
              </a:rPr>
              <a:t>Foundation</a:t>
            </a:r>
            <a:r>
              <a:rPr lang="en-US" dirty="0"/>
              <a:t> and </a:t>
            </a:r>
            <a:r>
              <a:rPr lang="en-US" dirty="0">
                <a:hlinkClick r:id="rId3"/>
              </a:rPr>
              <a:t>Bootstrap</a:t>
            </a:r>
            <a:r>
              <a:rPr lang="en-US" dirty="0"/>
              <a:t> will give you style code to make cross-compatibility easier for you. </a:t>
            </a:r>
          </a:p>
          <a:p>
            <a:r>
              <a:rPr lang="en-US" dirty="0"/>
              <a:t>If you take the time to become familiar with some of the features, building a responsive web application becomes much faster and easier. </a:t>
            </a:r>
          </a:p>
          <a:p>
            <a:r>
              <a:rPr lang="en-US" dirty="0"/>
              <a:t>These will also help you make the application look and behave correctly in mobile browsers.</a:t>
            </a:r>
          </a:p>
        </p:txBody>
      </p:sp>
      <p:sp>
        <p:nvSpPr>
          <p:cNvPr id="6" name="Title 3">
            <a:extLst>
              <a:ext uri="{FF2B5EF4-FFF2-40B4-BE49-F238E27FC236}">
                <a16:creationId xmlns:a16="http://schemas.microsoft.com/office/drawing/2014/main" id="{552B119F-E694-4313-ADAC-69A9F9627046}"/>
              </a:ext>
            </a:extLst>
          </p:cNvPr>
          <p:cNvSpPr txBox="1">
            <a:spLocks/>
          </p:cNvSpPr>
          <p:nvPr/>
        </p:nvSpPr>
        <p:spPr>
          <a:xfrm>
            <a:off x="685800" y="0"/>
            <a:ext cx="10820400" cy="1714502"/>
          </a:xfrm>
          <a:prstGeom prst="rect">
            <a:avLst/>
          </a:prstGeom>
        </p:spPr>
        <p:txBody>
          <a:bodyPr lIns="0" anchor="t">
            <a:noAutofit/>
          </a:bodyPr>
          <a:lstStyle>
            <a:lvl1pPr algn="l" defTabSz="914400" rtl="0" eaLnBrk="1" latinLnBrk="0" hangingPunct="1">
              <a:lnSpc>
                <a:spcPts val="11000"/>
              </a:lnSpc>
              <a:spcBef>
                <a:spcPct val="0"/>
              </a:spcBef>
              <a:buNone/>
              <a:defRPr sz="12500" kern="1200">
                <a:solidFill>
                  <a:schemeClr val="tx1"/>
                </a:solidFill>
                <a:latin typeface="Proxima Nova Black" panose="02000506030000020004" pitchFamily="50" charset="0"/>
                <a:ea typeface="+mj-ea"/>
                <a:cs typeface="+mj-cs"/>
              </a:defRPr>
            </a:lvl1pPr>
          </a:lstStyle>
          <a:p>
            <a:r>
              <a:rPr lang="en-US" sz="4400" dirty="0"/>
              <a:t>Use Frameworks</a:t>
            </a:r>
            <a:endParaRPr lang="uk-UA" sz="4400" dirty="0"/>
          </a:p>
        </p:txBody>
      </p:sp>
    </p:spTree>
    <p:extLst>
      <p:ext uri="{BB962C8B-B14F-4D97-AF65-F5344CB8AC3E}">
        <p14:creationId xmlns:p14="http://schemas.microsoft.com/office/powerpoint/2010/main" val="25870090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Placeholder 4"/>
          <p:cNvSpPr>
            <a:spLocks noGrp="1"/>
          </p:cNvSpPr>
          <p:nvPr>
            <p:ph type="body" sz="quarter" idx="10"/>
          </p:nvPr>
        </p:nvSpPr>
        <p:spPr>
          <a:xfrm>
            <a:off x="685800" y="1714502"/>
            <a:ext cx="9281160" cy="3810000"/>
          </a:xfrm>
        </p:spPr>
        <p:txBody>
          <a:bodyPr/>
          <a:lstStyle/>
          <a:p>
            <a:r>
              <a:rPr lang="en-US" dirty="0"/>
              <a:t>The Doctype is the first line in your code which describes the HTML that will be used in your application. </a:t>
            </a:r>
          </a:p>
          <a:p>
            <a:r>
              <a:rPr lang="en-US" dirty="0"/>
              <a:t>Because different browsers have different standards and rules, you need to define the Doctype or the rendering engine will basically guess it for you. </a:t>
            </a:r>
          </a:p>
          <a:p>
            <a:r>
              <a:rPr lang="en-US" dirty="0"/>
              <a:t>Of course, this is what can lead to bugs and inconsistencies that you want to avoid.</a:t>
            </a:r>
          </a:p>
        </p:txBody>
      </p:sp>
      <p:sp>
        <p:nvSpPr>
          <p:cNvPr id="6" name="Title 3">
            <a:extLst>
              <a:ext uri="{FF2B5EF4-FFF2-40B4-BE49-F238E27FC236}">
                <a16:creationId xmlns:a16="http://schemas.microsoft.com/office/drawing/2014/main" id="{552B119F-E694-4313-ADAC-69A9F9627046}"/>
              </a:ext>
            </a:extLst>
          </p:cNvPr>
          <p:cNvSpPr txBox="1">
            <a:spLocks/>
          </p:cNvSpPr>
          <p:nvPr/>
        </p:nvSpPr>
        <p:spPr>
          <a:xfrm>
            <a:off x="685800" y="0"/>
            <a:ext cx="10820400" cy="1714502"/>
          </a:xfrm>
          <a:prstGeom prst="rect">
            <a:avLst/>
          </a:prstGeom>
        </p:spPr>
        <p:txBody>
          <a:bodyPr lIns="0" anchor="t">
            <a:noAutofit/>
          </a:bodyPr>
          <a:lstStyle>
            <a:lvl1pPr algn="l" defTabSz="914400" rtl="0" eaLnBrk="1" latinLnBrk="0" hangingPunct="1">
              <a:lnSpc>
                <a:spcPts val="11000"/>
              </a:lnSpc>
              <a:spcBef>
                <a:spcPct val="0"/>
              </a:spcBef>
              <a:buNone/>
              <a:defRPr sz="12500" kern="1200">
                <a:solidFill>
                  <a:schemeClr val="tx1"/>
                </a:solidFill>
                <a:latin typeface="Proxima Nova Black" panose="02000506030000020004" pitchFamily="50" charset="0"/>
                <a:ea typeface="+mj-ea"/>
                <a:cs typeface="+mj-cs"/>
              </a:defRPr>
            </a:lvl1pPr>
          </a:lstStyle>
          <a:p>
            <a:r>
              <a:rPr lang="en-US" sz="4400" dirty="0"/>
              <a:t>Define Valid Doctype</a:t>
            </a:r>
            <a:endParaRPr lang="uk-UA" sz="4400" dirty="0"/>
          </a:p>
        </p:txBody>
      </p:sp>
    </p:spTree>
    <p:extLst>
      <p:ext uri="{BB962C8B-B14F-4D97-AF65-F5344CB8AC3E}">
        <p14:creationId xmlns:p14="http://schemas.microsoft.com/office/powerpoint/2010/main" val="152534311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Placeholder 4"/>
          <p:cNvSpPr>
            <a:spLocks noGrp="1"/>
          </p:cNvSpPr>
          <p:nvPr>
            <p:ph type="body" sz="quarter" idx="10"/>
          </p:nvPr>
        </p:nvSpPr>
        <p:spPr>
          <a:xfrm>
            <a:off x="685800" y="1714502"/>
            <a:ext cx="9281160" cy="3810000"/>
          </a:xfrm>
        </p:spPr>
        <p:txBody>
          <a:bodyPr/>
          <a:lstStyle/>
          <a:p>
            <a:r>
              <a:rPr lang="en-US" dirty="0"/>
              <a:t>Every browser has different default CSS rules that they follow. </a:t>
            </a:r>
          </a:p>
          <a:p>
            <a:r>
              <a:rPr lang="en-US" dirty="0"/>
              <a:t>This is why you use CSS reset stylesheet to make sure your browsers follow the same basic rules and behave consistently. </a:t>
            </a:r>
          </a:p>
          <a:p>
            <a:r>
              <a:rPr lang="en-US" dirty="0"/>
              <a:t>You want to add one of these as the first stylesheet in order to reset unless you use a framework which will already have one.</a:t>
            </a:r>
          </a:p>
        </p:txBody>
      </p:sp>
      <p:sp>
        <p:nvSpPr>
          <p:cNvPr id="6" name="Title 3">
            <a:extLst>
              <a:ext uri="{FF2B5EF4-FFF2-40B4-BE49-F238E27FC236}">
                <a16:creationId xmlns:a16="http://schemas.microsoft.com/office/drawing/2014/main" id="{552B119F-E694-4313-ADAC-69A9F9627046}"/>
              </a:ext>
            </a:extLst>
          </p:cNvPr>
          <p:cNvSpPr txBox="1">
            <a:spLocks/>
          </p:cNvSpPr>
          <p:nvPr/>
        </p:nvSpPr>
        <p:spPr>
          <a:xfrm>
            <a:off x="685800" y="0"/>
            <a:ext cx="10820400" cy="1714502"/>
          </a:xfrm>
          <a:prstGeom prst="rect">
            <a:avLst/>
          </a:prstGeom>
        </p:spPr>
        <p:txBody>
          <a:bodyPr lIns="0" anchor="t">
            <a:noAutofit/>
          </a:bodyPr>
          <a:lstStyle>
            <a:lvl1pPr algn="l" defTabSz="914400" rtl="0" eaLnBrk="1" latinLnBrk="0" hangingPunct="1">
              <a:lnSpc>
                <a:spcPts val="11000"/>
              </a:lnSpc>
              <a:spcBef>
                <a:spcPct val="0"/>
              </a:spcBef>
              <a:buNone/>
              <a:defRPr sz="12500" kern="1200">
                <a:solidFill>
                  <a:schemeClr val="tx1"/>
                </a:solidFill>
                <a:latin typeface="Proxima Nova Black" panose="02000506030000020004" pitchFamily="50" charset="0"/>
                <a:ea typeface="+mj-ea"/>
                <a:cs typeface="+mj-cs"/>
              </a:defRPr>
            </a:lvl1pPr>
          </a:lstStyle>
          <a:p>
            <a:r>
              <a:rPr lang="en-US" sz="4400" dirty="0"/>
              <a:t>CSS Reset</a:t>
            </a:r>
            <a:endParaRPr lang="uk-UA" sz="4400" dirty="0"/>
          </a:p>
        </p:txBody>
      </p:sp>
    </p:spTree>
    <p:extLst>
      <p:ext uri="{BB962C8B-B14F-4D97-AF65-F5344CB8AC3E}">
        <p14:creationId xmlns:p14="http://schemas.microsoft.com/office/powerpoint/2010/main" val="354981998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Placeholder 4"/>
          <p:cNvSpPr>
            <a:spLocks noGrp="1"/>
          </p:cNvSpPr>
          <p:nvPr>
            <p:ph type="body" sz="quarter" idx="10"/>
          </p:nvPr>
        </p:nvSpPr>
        <p:spPr>
          <a:xfrm>
            <a:off x="685800" y="1714502"/>
            <a:ext cx="5513035" cy="3810000"/>
          </a:xfrm>
        </p:spPr>
        <p:txBody>
          <a:bodyPr/>
          <a:lstStyle/>
          <a:p>
            <a:r>
              <a:rPr lang="en-US" dirty="0"/>
              <a:t>It’s a good idea to validate your HTML and CSS to prevent problems. </a:t>
            </a:r>
          </a:p>
          <a:p>
            <a:r>
              <a:rPr lang="en-US" dirty="0"/>
              <a:t>Use the W3C </a:t>
            </a:r>
            <a:r>
              <a:rPr lang="en-US" dirty="0">
                <a:hlinkClick r:id="rId2"/>
              </a:rPr>
              <a:t>HTML Validator</a:t>
            </a:r>
            <a:r>
              <a:rPr lang="en-US" dirty="0"/>
              <a:t> and </a:t>
            </a:r>
            <a:r>
              <a:rPr lang="en-US" dirty="0">
                <a:hlinkClick r:id="rId3"/>
              </a:rPr>
              <a:t>CSS Validator</a:t>
            </a:r>
            <a:r>
              <a:rPr lang="en-US" dirty="0"/>
              <a:t> to make sure your code is error free and fix it if it’s not.</a:t>
            </a:r>
          </a:p>
          <a:p>
            <a:r>
              <a:rPr lang="en-US" dirty="0"/>
              <a:t>Use </a:t>
            </a:r>
            <a:r>
              <a:rPr lang="en-US" dirty="0">
                <a:hlinkClick r:id="rId4"/>
              </a:rPr>
              <a:t>caniuse.com</a:t>
            </a:r>
            <a:r>
              <a:rPr lang="en-US" dirty="0"/>
              <a:t> to check if tag/feature/technology you want to use is supported by latest versions of popular browsers.</a:t>
            </a:r>
          </a:p>
        </p:txBody>
      </p:sp>
      <p:sp>
        <p:nvSpPr>
          <p:cNvPr id="6" name="Title 3">
            <a:extLst>
              <a:ext uri="{FF2B5EF4-FFF2-40B4-BE49-F238E27FC236}">
                <a16:creationId xmlns:a16="http://schemas.microsoft.com/office/drawing/2014/main" id="{552B119F-E694-4313-ADAC-69A9F9627046}"/>
              </a:ext>
            </a:extLst>
          </p:cNvPr>
          <p:cNvSpPr txBox="1">
            <a:spLocks/>
          </p:cNvSpPr>
          <p:nvPr/>
        </p:nvSpPr>
        <p:spPr>
          <a:xfrm>
            <a:off x="685800" y="0"/>
            <a:ext cx="10820400" cy="1714502"/>
          </a:xfrm>
          <a:prstGeom prst="rect">
            <a:avLst/>
          </a:prstGeom>
        </p:spPr>
        <p:txBody>
          <a:bodyPr lIns="0" anchor="t">
            <a:noAutofit/>
          </a:bodyPr>
          <a:lstStyle>
            <a:lvl1pPr algn="l" defTabSz="914400" rtl="0" eaLnBrk="1" latinLnBrk="0" hangingPunct="1">
              <a:lnSpc>
                <a:spcPts val="11000"/>
              </a:lnSpc>
              <a:spcBef>
                <a:spcPct val="0"/>
              </a:spcBef>
              <a:buNone/>
              <a:defRPr sz="12500" kern="1200">
                <a:solidFill>
                  <a:schemeClr val="tx1"/>
                </a:solidFill>
                <a:latin typeface="Proxima Nova Black" panose="02000506030000020004" pitchFamily="50" charset="0"/>
                <a:ea typeface="+mj-ea"/>
                <a:cs typeface="+mj-cs"/>
              </a:defRPr>
            </a:lvl1pPr>
          </a:lstStyle>
          <a:p>
            <a:r>
              <a:rPr lang="en-US" sz="4400" dirty="0"/>
              <a:t>Validate</a:t>
            </a:r>
            <a:endParaRPr lang="uk-UA" sz="4400" dirty="0"/>
          </a:p>
        </p:txBody>
      </p:sp>
      <p:pic>
        <p:nvPicPr>
          <p:cNvPr id="3" name="Picture 2">
            <a:extLst>
              <a:ext uri="{FF2B5EF4-FFF2-40B4-BE49-F238E27FC236}">
                <a16:creationId xmlns:a16="http://schemas.microsoft.com/office/drawing/2014/main" id="{F4546C8C-6AAC-4005-ACB2-C70288828B5E}"/>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436311" y="1457786"/>
            <a:ext cx="4687409" cy="3300646"/>
          </a:xfrm>
          <a:prstGeom prst="rect">
            <a:avLst/>
          </a:prstGeom>
        </p:spPr>
      </p:pic>
    </p:spTree>
    <p:extLst>
      <p:ext uri="{BB962C8B-B14F-4D97-AF65-F5344CB8AC3E}">
        <p14:creationId xmlns:p14="http://schemas.microsoft.com/office/powerpoint/2010/main" val="117294474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Placeholder 4"/>
          <p:cNvSpPr>
            <a:spLocks noGrp="1"/>
          </p:cNvSpPr>
          <p:nvPr>
            <p:ph type="body" sz="quarter" idx="10"/>
          </p:nvPr>
        </p:nvSpPr>
        <p:spPr>
          <a:xfrm>
            <a:off x="685800" y="1714502"/>
            <a:ext cx="4569781" cy="3810000"/>
          </a:xfrm>
        </p:spPr>
        <p:txBody>
          <a:bodyPr/>
          <a:lstStyle/>
          <a:p>
            <a:r>
              <a:rPr lang="en-US" dirty="0"/>
              <a:t>Conditional comments allow you to link style sheets for different browsers, which is especially helpful when it comes to design challenges that are common with Internet Explorer.</a:t>
            </a:r>
          </a:p>
        </p:txBody>
      </p:sp>
      <p:sp>
        <p:nvSpPr>
          <p:cNvPr id="6" name="Title 3">
            <a:extLst>
              <a:ext uri="{FF2B5EF4-FFF2-40B4-BE49-F238E27FC236}">
                <a16:creationId xmlns:a16="http://schemas.microsoft.com/office/drawing/2014/main" id="{552B119F-E694-4313-ADAC-69A9F9627046}"/>
              </a:ext>
            </a:extLst>
          </p:cNvPr>
          <p:cNvSpPr txBox="1">
            <a:spLocks/>
          </p:cNvSpPr>
          <p:nvPr/>
        </p:nvSpPr>
        <p:spPr>
          <a:xfrm>
            <a:off x="685800" y="0"/>
            <a:ext cx="10820400" cy="1714502"/>
          </a:xfrm>
          <a:prstGeom prst="rect">
            <a:avLst/>
          </a:prstGeom>
        </p:spPr>
        <p:txBody>
          <a:bodyPr lIns="0" anchor="t">
            <a:noAutofit/>
          </a:bodyPr>
          <a:lstStyle>
            <a:lvl1pPr algn="l" defTabSz="914400" rtl="0" eaLnBrk="1" latinLnBrk="0" hangingPunct="1">
              <a:lnSpc>
                <a:spcPts val="11000"/>
              </a:lnSpc>
              <a:spcBef>
                <a:spcPct val="0"/>
              </a:spcBef>
              <a:buNone/>
              <a:defRPr sz="12500" kern="1200">
                <a:solidFill>
                  <a:schemeClr val="tx1"/>
                </a:solidFill>
                <a:latin typeface="Proxima Nova Black" panose="02000506030000020004" pitchFamily="50" charset="0"/>
                <a:ea typeface="+mj-ea"/>
                <a:cs typeface="+mj-cs"/>
              </a:defRPr>
            </a:lvl1pPr>
          </a:lstStyle>
          <a:p>
            <a:r>
              <a:rPr lang="en-US" sz="4400" dirty="0"/>
              <a:t>Conditional Comments</a:t>
            </a:r>
            <a:endParaRPr lang="uk-UA" sz="4400" dirty="0"/>
          </a:p>
        </p:txBody>
      </p:sp>
      <p:pic>
        <p:nvPicPr>
          <p:cNvPr id="7" name="Picture 6">
            <a:extLst>
              <a:ext uri="{FF2B5EF4-FFF2-40B4-BE49-F238E27FC236}">
                <a16:creationId xmlns:a16="http://schemas.microsoft.com/office/drawing/2014/main" id="{9430B8E3-BC5C-4755-B2E8-B1C64CFB89C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255581" y="1738548"/>
            <a:ext cx="5239481" cy="2600688"/>
          </a:xfrm>
          <a:prstGeom prst="rect">
            <a:avLst/>
          </a:prstGeom>
        </p:spPr>
      </p:pic>
    </p:spTree>
    <p:extLst>
      <p:ext uri="{BB962C8B-B14F-4D97-AF65-F5344CB8AC3E}">
        <p14:creationId xmlns:p14="http://schemas.microsoft.com/office/powerpoint/2010/main" val="92582614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Placeholder 4"/>
          <p:cNvSpPr>
            <a:spLocks noGrp="1"/>
          </p:cNvSpPr>
          <p:nvPr>
            <p:ph type="body" sz="quarter" idx="10"/>
          </p:nvPr>
        </p:nvSpPr>
        <p:spPr>
          <a:xfrm>
            <a:off x="685800" y="1714502"/>
            <a:ext cx="9281160" cy="3810000"/>
          </a:xfrm>
        </p:spPr>
        <p:txBody>
          <a:bodyPr/>
          <a:lstStyle/>
          <a:p>
            <a:r>
              <a:rPr lang="en-US" dirty="0"/>
              <a:t>Again, it’s pretty much impossible to have a design that looks the same on every browser unless it’s extremely basic. </a:t>
            </a:r>
          </a:p>
          <a:p>
            <a:r>
              <a:rPr lang="en-US" dirty="0"/>
              <a:t>Details like forms and typography will likely vary no matter what rules you follow. Your main concern should not be making the design look identical on every browser. </a:t>
            </a:r>
          </a:p>
          <a:p>
            <a:r>
              <a:rPr lang="en-US" dirty="0"/>
              <a:t>Instead, you should make sure that it looks acceptable and is usable without having elements that are out of place or that prevent someone from accessing certain functions.</a:t>
            </a:r>
          </a:p>
        </p:txBody>
      </p:sp>
      <p:sp>
        <p:nvSpPr>
          <p:cNvPr id="6" name="Title 3">
            <a:extLst>
              <a:ext uri="{FF2B5EF4-FFF2-40B4-BE49-F238E27FC236}">
                <a16:creationId xmlns:a16="http://schemas.microsoft.com/office/drawing/2014/main" id="{552B119F-E694-4313-ADAC-69A9F9627046}"/>
              </a:ext>
            </a:extLst>
          </p:cNvPr>
          <p:cNvSpPr txBox="1">
            <a:spLocks/>
          </p:cNvSpPr>
          <p:nvPr/>
        </p:nvSpPr>
        <p:spPr>
          <a:xfrm>
            <a:off x="685800" y="0"/>
            <a:ext cx="10820400" cy="1714502"/>
          </a:xfrm>
          <a:prstGeom prst="rect">
            <a:avLst/>
          </a:prstGeom>
        </p:spPr>
        <p:txBody>
          <a:bodyPr lIns="0" anchor="t">
            <a:noAutofit/>
          </a:bodyPr>
          <a:lstStyle>
            <a:lvl1pPr algn="l" defTabSz="914400" rtl="0" eaLnBrk="1" latinLnBrk="0" hangingPunct="1">
              <a:lnSpc>
                <a:spcPts val="11000"/>
              </a:lnSpc>
              <a:spcBef>
                <a:spcPct val="0"/>
              </a:spcBef>
              <a:buNone/>
              <a:defRPr sz="12500" kern="1200">
                <a:solidFill>
                  <a:schemeClr val="tx1"/>
                </a:solidFill>
                <a:latin typeface="Proxima Nova Black" panose="02000506030000020004" pitchFamily="50" charset="0"/>
                <a:ea typeface="+mj-ea"/>
                <a:cs typeface="+mj-cs"/>
              </a:defRPr>
            </a:lvl1pPr>
          </a:lstStyle>
          <a:p>
            <a:r>
              <a:rPr lang="en-US" sz="4400" dirty="0"/>
              <a:t>Prepare For Differences</a:t>
            </a:r>
            <a:endParaRPr lang="uk-UA" sz="4400" dirty="0"/>
          </a:p>
        </p:txBody>
      </p:sp>
    </p:spTree>
    <p:extLst>
      <p:ext uri="{BB962C8B-B14F-4D97-AF65-F5344CB8AC3E}">
        <p14:creationId xmlns:p14="http://schemas.microsoft.com/office/powerpoint/2010/main" val="43731211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Placeholder 4"/>
          <p:cNvSpPr>
            <a:spLocks noGrp="1"/>
          </p:cNvSpPr>
          <p:nvPr>
            <p:ph type="body" sz="quarter" idx="10"/>
          </p:nvPr>
        </p:nvSpPr>
        <p:spPr>
          <a:xfrm>
            <a:off x="685800" y="1714502"/>
            <a:ext cx="9281160" cy="3810000"/>
          </a:xfrm>
        </p:spPr>
        <p:txBody>
          <a:bodyPr/>
          <a:lstStyle/>
          <a:p>
            <a:r>
              <a:rPr lang="en-US" dirty="0"/>
              <a:t>It’s not just enough to keep these tips in mind while developing. As hard as you try to avoid it, it’s easy to accidentally write something that doesn’t work in one browser. </a:t>
            </a:r>
          </a:p>
          <a:p>
            <a:r>
              <a:rPr lang="en-US" dirty="0"/>
              <a:t>This is why you need to check that the site actually works on different browsers before delivery. </a:t>
            </a:r>
          </a:p>
          <a:p>
            <a:r>
              <a:rPr lang="en-US" dirty="0"/>
              <a:t>Using a tool like </a:t>
            </a:r>
            <a:r>
              <a:rPr lang="en-US" dirty="0" err="1">
                <a:hlinkClick r:id="rId2"/>
              </a:rPr>
              <a:t>CrossBrowserTesting</a:t>
            </a:r>
            <a:r>
              <a:rPr lang="en-US" dirty="0"/>
              <a:t>  and </a:t>
            </a:r>
            <a:r>
              <a:rPr lang="en-US" dirty="0" err="1">
                <a:hlinkClick r:id="rId3"/>
              </a:rPr>
              <a:t>BrowserStack</a:t>
            </a:r>
            <a:r>
              <a:rPr lang="en-US" dirty="0"/>
              <a:t> gives you access to do this in over 1,500 browsers, so you never have to wonder what users are seeing when they visit your page from a different machine.</a:t>
            </a:r>
          </a:p>
        </p:txBody>
      </p:sp>
      <p:sp>
        <p:nvSpPr>
          <p:cNvPr id="6" name="Title 3">
            <a:extLst>
              <a:ext uri="{FF2B5EF4-FFF2-40B4-BE49-F238E27FC236}">
                <a16:creationId xmlns:a16="http://schemas.microsoft.com/office/drawing/2014/main" id="{552B119F-E694-4313-ADAC-69A9F9627046}"/>
              </a:ext>
            </a:extLst>
          </p:cNvPr>
          <p:cNvSpPr txBox="1">
            <a:spLocks/>
          </p:cNvSpPr>
          <p:nvPr/>
        </p:nvSpPr>
        <p:spPr>
          <a:xfrm>
            <a:off x="685800" y="0"/>
            <a:ext cx="10820400" cy="1714502"/>
          </a:xfrm>
          <a:prstGeom prst="rect">
            <a:avLst/>
          </a:prstGeom>
        </p:spPr>
        <p:txBody>
          <a:bodyPr lIns="0" anchor="t">
            <a:noAutofit/>
          </a:bodyPr>
          <a:lstStyle>
            <a:lvl1pPr algn="l" defTabSz="914400" rtl="0" eaLnBrk="1" latinLnBrk="0" hangingPunct="1">
              <a:lnSpc>
                <a:spcPts val="11000"/>
              </a:lnSpc>
              <a:spcBef>
                <a:spcPct val="0"/>
              </a:spcBef>
              <a:buNone/>
              <a:defRPr sz="12500" kern="1200">
                <a:solidFill>
                  <a:schemeClr val="tx1"/>
                </a:solidFill>
                <a:latin typeface="Proxima Nova Black" panose="02000506030000020004" pitchFamily="50" charset="0"/>
                <a:ea typeface="+mj-ea"/>
                <a:cs typeface="+mj-cs"/>
              </a:defRPr>
            </a:lvl1pPr>
          </a:lstStyle>
          <a:p>
            <a:r>
              <a:rPr lang="en-US" sz="4400" dirty="0"/>
              <a:t>Don’t skip Cross-Browser Testing</a:t>
            </a:r>
            <a:endParaRPr lang="uk-UA" sz="4400" dirty="0"/>
          </a:p>
        </p:txBody>
      </p:sp>
    </p:spTree>
    <p:extLst>
      <p:ext uri="{BB962C8B-B14F-4D97-AF65-F5344CB8AC3E}">
        <p14:creationId xmlns:p14="http://schemas.microsoft.com/office/powerpoint/2010/main" val="242906760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QUESTIONS ?</a:t>
            </a:r>
            <a:endParaRPr lang="uk-UA" dirty="0"/>
          </a:p>
        </p:txBody>
      </p:sp>
    </p:spTree>
    <p:extLst>
      <p:ext uri="{BB962C8B-B14F-4D97-AF65-F5344CB8AC3E}">
        <p14:creationId xmlns:p14="http://schemas.microsoft.com/office/powerpoint/2010/main" val="22168973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USED MATERIALS</a:t>
            </a:r>
            <a:endParaRPr lang="uk-UA" dirty="0"/>
          </a:p>
        </p:txBody>
      </p:sp>
      <p:sp>
        <p:nvSpPr>
          <p:cNvPr id="2" name="Rectangle 1">
            <a:extLst>
              <a:ext uri="{FF2B5EF4-FFF2-40B4-BE49-F238E27FC236}">
                <a16:creationId xmlns:a16="http://schemas.microsoft.com/office/drawing/2014/main" id="{DB40ABE4-A9F8-4A95-B31B-CF861D743B3B}"/>
              </a:ext>
            </a:extLst>
          </p:cNvPr>
          <p:cNvSpPr/>
          <p:nvPr/>
        </p:nvSpPr>
        <p:spPr>
          <a:xfrm>
            <a:off x="685799" y="3940606"/>
            <a:ext cx="9207844" cy="1831271"/>
          </a:xfrm>
          <a:prstGeom prst="rect">
            <a:avLst/>
          </a:prstGeom>
        </p:spPr>
        <p:txBody>
          <a:bodyPr wrap="square">
            <a:spAutoFit/>
          </a:bodyPr>
          <a:lstStyle/>
          <a:p>
            <a:pPr defTabSz="438911">
              <a:lnSpc>
                <a:spcPct val="90000"/>
              </a:lnSpc>
              <a:spcBef>
                <a:spcPts val="1000"/>
              </a:spcBef>
              <a:defRPr sz="1536"/>
            </a:pPr>
            <a:r>
              <a:rPr lang="en-US" sz="1000" dirty="0">
                <a:hlinkClick r:id="rId2"/>
              </a:rPr>
              <a:t>https://medium.com/@space.alpaca/so-what-exactly-is-the-difference-between-fixed-fluid-adaptive-and-responsive-layouts-and-why-3773272d8481</a:t>
            </a:r>
            <a:endParaRPr lang="en-US" sz="1000" dirty="0">
              <a:hlinkClick r:id="rId3"/>
            </a:endParaRPr>
          </a:p>
          <a:p>
            <a:pPr defTabSz="438911">
              <a:lnSpc>
                <a:spcPct val="90000"/>
              </a:lnSpc>
              <a:spcBef>
                <a:spcPts val="1000"/>
              </a:spcBef>
              <a:defRPr sz="1536"/>
            </a:pPr>
            <a:r>
              <a:rPr lang="en-US" sz="1000" dirty="0">
                <a:hlinkClick r:id="rId3"/>
              </a:rPr>
              <a:t>https://www.awwwards.com/why-responsive-design-support-is-the-most-important-feature-you-can-add-to-your-website.html</a:t>
            </a:r>
            <a:endParaRPr lang="en-US" sz="1000" dirty="0"/>
          </a:p>
          <a:p>
            <a:pPr defTabSz="438911">
              <a:lnSpc>
                <a:spcPct val="90000"/>
              </a:lnSpc>
              <a:spcBef>
                <a:spcPts val="1000"/>
              </a:spcBef>
              <a:defRPr sz="1536"/>
            </a:pPr>
            <a:r>
              <a:rPr lang="en-US" sz="1000" dirty="0">
                <a:hlinkClick r:id="rId4"/>
              </a:rPr>
              <a:t>https://www.w3schools.com/html/html_accessibility.asp</a:t>
            </a:r>
            <a:endParaRPr lang="en-US" sz="1000" dirty="0"/>
          </a:p>
          <a:p>
            <a:pPr defTabSz="438911">
              <a:lnSpc>
                <a:spcPct val="90000"/>
              </a:lnSpc>
              <a:spcBef>
                <a:spcPts val="1000"/>
              </a:spcBef>
              <a:defRPr sz="1536"/>
            </a:pPr>
            <a:r>
              <a:rPr lang="en-US" sz="1000" dirty="0">
                <a:hlinkClick r:id="rId5"/>
              </a:rPr>
              <a:t>https://www.crazyegg.com/blog/speed-up-your-website/</a:t>
            </a:r>
            <a:endParaRPr lang="en-US" sz="1000" dirty="0"/>
          </a:p>
          <a:p>
            <a:pPr defTabSz="438911">
              <a:lnSpc>
                <a:spcPct val="90000"/>
              </a:lnSpc>
              <a:spcBef>
                <a:spcPts val="1000"/>
              </a:spcBef>
              <a:defRPr sz="1536"/>
            </a:pPr>
            <a:r>
              <a:rPr lang="en-US" sz="1000" dirty="0">
                <a:hlinkClick r:id="rId6"/>
              </a:rPr>
              <a:t>https://www.thesitewizard.com/webdesign/htmlvalidation.shtml</a:t>
            </a:r>
            <a:endParaRPr lang="en-US" sz="1000" dirty="0"/>
          </a:p>
          <a:p>
            <a:pPr defTabSz="438911">
              <a:lnSpc>
                <a:spcPct val="90000"/>
              </a:lnSpc>
              <a:spcBef>
                <a:spcPts val="1000"/>
              </a:spcBef>
              <a:defRPr sz="1536"/>
            </a:pPr>
            <a:r>
              <a:rPr lang="en-US" sz="1000" dirty="0">
                <a:hlinkClick r:id="rId7"/>
              </a:rPr>
              <a:t>https://developer.mozilla.org/en-US/docs/Learn/Tools_and_testing/Cross_browser_testing/HTML_and_CSS</a:t>
            </a:r>
            <a:endParaRPr lang="en-US" sz="1000" dirty="0"/>
          </a:p>
          <a:p>
            <a:pPr defTabSz="438911">
              <a:lnSpc>
                <a:spcPct val="90000"/>
              </a:lnSpc>
              <a:spcBef>
                <a:spcPts val="1000"/>
              </a:spcBef>
              <a:defRPr sz="1536"/>
            </a:pPr>
            <a:r>
              <a:rPr lang="en-US" sz="1000" dirty="0">
                <a:hlinkClick r:id="rId8"/>
              </a:rPr>
              <a:t>https://crossbrowsertesting.com/blog/development/cross-platform-website-development/</a:t>
            </a:r>
            <a:endParaRPr lang="en-US" sz="1000" dirty="0">
              <a:solidFill>
                <a:schemeClr val="accent6">
                  <a:lumMod val="75000"/>
                </a:schemeClr>
              </a:solidFill>
            </a:endParaRPr>
          </a:p>
        </p:txBody>
      </p:sp>
    </p:spTree>
    <p:extLst>
      <p:ext uri="{BB962C8B-B14F-4D97-AF65-F5344CB8AC3E}">
        <p14:creationId xmlns:p14="http://schemas.microsoft.com/office/powerpoint/2010/main" val="233666644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THANK YOU</a:t>
            </a:r>
            <a:endParaRPr lang="uk-UA" dirty="0"/>
          </a:p>
        </p:txBody>
      </p:sp>
    </p:spTree>
    <p:extLst>
      <p:ext uri="{BB962C8B-B14F-4D97-AF65-F5344CB8AC3E}">
        <p14:creationId xmlns:p14="http://schemas.microsoft.com/office/powerpoint/2010/main" val="3285299940"/>
      </p:ext>
    </p:extLst>
  </p:cSld>
  <p:clrMapOvr>
    <a:masterClrMapping/>
  </p:clrMapOvr>
</p:sld>
</file>

<file path=ppt/theme/theme1.xml><?xml version="1.0" encoding="utf-8"?>
<a:theme xmlns:a="http://schemas.openxmlformats.org/drawingml/2006/main" name="DARK THEME">
  <a:themeElements>
    <a:clrScheme name="SOFTSERVE">
      <a:dk1>
        <a:sysClr val="windowText" lastClr="000000"/>
      </a:dk1>
      <a:lt1>
        <a:sysClr val="window" lastClr="FFFFFF"/>
      </a:lt1>
      <a:dk2>
        <a:srgbClr val="000000"/>
      </a:dk2>
      <a:lt2>
        <a:srgbClr val="FFFFFF"/>
      </a:lt2>
      <a:accent1>
        <a:srgbClr val="00B188"/>
      </a:accent1>
      <a:accent2>
        <a:srgbClr val="9F26B5"/>
      </a:accent2>
      <a:accent3>
        <a:srgbClr val="4E5FAB"/>
      </a:accent3>
      <a:accent4>
        <a:srgbClr val="95D600"/>
      </a:accent4>
      <a:accent5>
        <a:srgbClr val="D41B5D"/>
      </a:accent5>
      <a:accent6>
        <a:srgbClr val="00A6CE"/>
      </a:accent6>
      <a:hlink>
        <a:srgbClr val="00A6CE"/>
      </a:hlink>
      <a:folHlink>
        <a:srgbClr val="4E5FAB"/>
      </a:folHlink>
    </a:clrScheme>
    <a:fontScheme name="Custom 1">
      <a:majorFont>
        <a:latin typeface="Proxima Nova Black"/>
        <a:ea typeface=""/>
        <a:cs typeface=""/>
      </a:majorFont>
      <a:minorFont>
        <a:latin typeface="Open Sans"/>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SoftServeTemplate" id="{1EECC8DE-A8A5-45A7-969A-C21752D4B3E4}" vid="{444DEE5D-51F1-4029-8FDB-DB417F7B394A}"/>
    </a:ext>
  </a:extLst>
</a:theme>
</file>

<file path=ppt/theme/theme2.xml><?xml version="1.0" encoding="utf-8"?>
<a:theme xmlns:a="http://schemas.openxmlformats.org/drawingml/2006/main" name="LIGHT-THEME">
  <a:themeElements>
    <a:clrScheme name="SOFTSERVE">
      <a:dk1>
        <a:sysClr val="windowText" lastClr="000000"/>
      </a:dk1>
      <a:lt1>
        <a:sysClr val="window" lastClr="FFFFFF"/>
      </a:lt1>
      <a:dk2>
        <a:srgbClr val="000000"/>
      </a:dk2>
      <a:lt2>
        <a:srgbClr val="FFFFFF"/>
      </a:lt2>
      <a:accent1>
        <a:srgbClr val="00B188"/>
      </a:accent1>
      <a:accent2>
        <a:srgbClr val="9F26B5"/>
      </a:accent2>
      <a:accent3>
        <a:srgbClr val="4E5FAB"/>
      </a:accent3>
      <a:accent4>
        <a:srgbClr val="95D600"/>
      </a:accent4>
      <a:accent5>
        <a:srgbClr val="D41B5D"/>
      </a:accent5>
      <a:accent6>
        <a:srgbClr val="00A6CE"/>
      </a:accent6>
      <a:hlink>
        <a:srgbClr val="00A6CE"/>
      </a:hlink>
      <a:folHlink>
        <a:srgbClr val="4E5FAB"/>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SoftServeTemplate" id="{1EECC8DE-A8A5-45A7-969A-C21752D4B3E4}" vid="{0103479C-70CD-40C7-BA0E-A151EE336BCC}"/>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Документ" ma:contentTypeID="0x0101004195FC54A15F344D83577B1CDDD67A5D" ma:contentTypeVersion="9" ma:contentTypeDescription="Создание документа." ma:contentTypeScope="" ma:versionID="961ec8db58076c7d3e9f84b9cd82fd45">
  <xsd:schema xmlns:xsd="http://www.w3.org/2001/XMLSchema" xmlns:xs="http://www.w3.org/2001/XMLSchema" xmlns:p="http://schemas.microsoft.com/office/2006/metadata/properties" xmlns:ns2="341e6018-ac0a-4dfb-8409-db9e0d25502e" xmlns:ns3="835f28f2-30f1-4728-84d2-86d96e143488" targetNamespace="http://schemas.microsoft.com/office/2006/metadata/properties" ma:root="true" ma:fieldsID="bd9f0c80ada20ee560e77d723f3ef44e" ns2:_="" ns3:_="">
    <xsd:import namespace="341e6018-ac0a-4dfb-8409-db9e0d25502e"/>
    <xsd:import namespace="835f28f2-30f1-4728-84d2-86d96e143488"/>
    <xsd:element name="properties">
      <xsd:complexType>
        <xsd:sequence>
          <xsd:element name="documentManagement">
            <xsd:complexType>
              <xsd:all>
                <xsd:element ref="ns2:SharedWithUsers" minOccurs="0"/>
                <xsd:element ref="ns2:SharedWithDetails" minOccurs="0"/>
                <xsd:element ref="ns3:MediaServiceMetadata" minOccurs="0"/>
                <xsd:element ref="ns3:MediaServiceFastMetadata" minOccurs="0"/>
                <xsd:element ref="ns3:MediaServiceDateTaken" minOccurs="0"/>
                <xsd:element ref="ns3:MediaServiceAutoTags" minOccurs="0"/>
                <xsd:element ref="ns3:MediaServiceLocation" minOccurs="0"/>
                <xsd:element ref="ns3:MediaServiceOCR" minOccurs="0"/>
                <xsd:element ref="ns3:_x041a__x043e__x043c__x0435__x0442__x0430__x0440_"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341e6018-ac0a-4dfb-8409-db9e0d25502e" elementFormDefault="qualified">
    <xsd:import namespace="http://schemas.microsoft.com/office/2006/documentManagement/types"/>
    <xsd:import namespace="http://schemas.microsoft.com/office/infopath/2007/PartnerControls"/>
    <xsd:element name="SharedWithUsers" ma:index="8" nillable="true" ma:displayName="Общий доступ с использованием" ma:description=""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9" nillable="true" ma:displayName="Совместно с подробностями" ma:description="" ma:internalName="SharedWithDetail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835f28f2-30f1-4728-84d2-86d96e143488" elementFormDefault="qualified">
    <xsd:import namespace="http://schemas.microsoft.com/office/2006/documentManagement/types"/>
    <xsd:import namespace="http://schemas.microsoft.com/office/infopath/2007/PartnerControls"/>
    <xsd:element name="MediaServiceMetadata" ma:index="10" nillable="true" ma:displayName="MediaServiceMetadata" ma:description="" ma:hidden="true" ma:internalName="MediaServiceMetadata" ma:readOnly="true">
      <xsd:simpleType>
        <xsd:restriction base="dms:Note"/>
      </xsd:simpleType>
    </xsd:element>
    <xsd:element name="MediaServiceFastMetadata" ma:index="11" nillable="true" ma:displayName="MediaServiceFastMetadata" ma:description="" ma:hidden="true" ma:internalName="MediaServiceFastMetadata" ma:readOnly="true">
      <xsd:simpleType>
        <xsd:restriction base="dms:Note"/>
      </xsd:simpleType>
    </xsd:element>
    <xsd:element name="MediaServiceDateTaken" ma:index="12" nillable="true" ma:displayName="MediaServiceDateTaken" ma:description="" ma:hidden="true" ma:internalName="MediaServiceDateTaken" ma:readOnly="true">
      <xsd:simpleType>
        <xsd:restriction base="dms:Text"/>
      </xsd:simpleType>
    </xsd:element>
    <xsd:element name="MediaServiceAutoTags" ma:index="13" nillable="true" ma:displayName="MediaServiceAutoTags" ma:description="" ma:internalName="MediaServiceAutoTags" ma:readOnly="true">
      <xsd:simpleType>
        <xsd:restriction base="dms:Text"/>
      </xsd:simpleType>
    </xsd:element>
    <xsd:element name="MediaServiceLocation" ma:index="14" nillable="true" ma:displayName="MediaServiceLocation" ma:description="" ma:internalName="MediaServiceLocation" ma:readOnly="true">
      <xsd:simpleType>
        <xsd:restriction base="dms:Text"/>
      </xsd:simpleType>
    </xsd:element>
    <xsd:element name="MediaServiceOCR" ma:index="15" nillable="true" ma:displayName="MediaServiceOCR" ma:internalName="MediaServiceOCR" ma:readOnly="true">
      <xsd:simpleType>
        <xsd:restriction base="dms:Note">
          <xsd:maxLength value="255"/>
        </xsd:restriction>
      </xsd:simpleType>
    </xsd:element>
    <xsd:element name="_x041a__x043e__x043c__x0435__x0442__x0430__x0440_" ma:index="16" nillable="true" ma:displayName="Кометар" ma:internalName="_x041a__x043e__x043c__x0435__x0442__x0430__x0440_">
      <xsd:simpleType>
        <xsd:restriction base="dms:Text">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Тип контента"/>
        <xsd:element ref="dc:title" minOccurs="0" maxOccurs="1" ma:index="4" ma:displayName="Название"/>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_x041a__x043e__x043c__x0435__x0442__x0430__x0440_ xmlns="835f28f2-30f1-4728-84d2-86d96e143488" xsi:nil="true"/>
  </documentManagement>
</p:properties>
</file>

<file path=customXml/itemProps1.xml><?xml version="1.0" encoding="utf-8"?>
<ds:datastoreItem xmlns:ds="http://schemas.openxmlformats.org/officeDocument/2006/customXml" ds:itemID="{296B3B9E-03D8-4766-BF45-6129617CF026}">
  <ds:schemaRefs>
    <ds:schemaRef ds:uri="http://schemas.microsoft.com/sharepoint/v3/contenttype/forms"/>
  </ds:schemaRefs>
</ds:datastoreItem>
</file>

<file path=customXml/itemProps2.xml><?xml version="1.0" encoding="utf-8"?>
<ds:datastoreItem xmlns:ds="http://schemas.openxmlformats.org/officeDocument/2006/customXml" ds:itemID="{CAFDAB34-20E1-438F-BCB2-ECDA5496F36D}">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341e6018-ac0a-4dfb-8409-db9e0d25502e"/>
    <ds:schemaRef ds:uri="835f28f2-30f1-4728-84d2-86d96e143488"/>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B3A1340B-3A1B-4156-ADE3-51DF6C2C795D}">
  <ds:schemaRefs>
    <ds:schemaRef ds:uri="http://purl.org/dc/dcmitype/"/>
    <ds:schemaRef ds:uri="http://schemas.microsoft.com/office/2006/documentManagement/types"/>
    <ds:schemaRef ds:uri="http://purl.org/dc/elements/1.1/"/>
    <ds:schemaRef ds:uri="http://schemas.microsoft.com/office/2006/metadata/properties"/>
    <ds:schemaRef ds:uri="835f28f2-30f1-4728-84d2-86d96e143488"/>
    <ds:schemaRef ds:uri="http://purl.org/dc/terms/"/>
    <ds:schemaRef ds:uri="http://schemas.microsoft.com/office/infopath/2007/PartnerControls"/>
    <ds:schemaRef ds:uri="http://schemas.openxmlformats.org/package/2006/metadata/core-properties"/>
    <ds:schemaRef ds:uri="341e6018-ac0a-4dfb-8409-db9e0d25502e"/>
    <ds:schemaRef ds:uri="http://www.w3.org/XML/1998/namespace"/>
  </ds:schemaRefs>
</ds:datastoreItem>
</file>

<file path=docProps/app.xml><?xml version="1.0" encoding="utf-8"?>
<Properties xmlns="http://schemas.openxmlformats.org/officeDocument/2006/extended-properties" xmlns:vt="http://schemas.openxmlformats.org/officeDocument/2006/docPropsVTypes">
  <Template>SoftServeTemplate_Black</Template>
  <TotalTime>1480</TotalTime>
  <Words>1317</Words>
  <Application>Microsoft Office PowerPoint</Application>
  <PresentationFormat>Widescreen</PresentationFormat>
  <Paragraphs>147</Paragraphs>
  <Slides>31</Slides>
  <Notes>0</Notes>
  <HiddenSlides>0</HiddenSlides>
  <MMClips>0</MMClips>
  <ScaleCrop>false</ScaleCrop>
  <HeadingPairs>
    <vt:vector size="6" baseType="variant">
      <vt:variant>
        <vt:lpstr>Fonts Used</vt:lpstr>
      </vt:variant>
      <vt:variant>
        <vt:i4>4</vt:i4>
      </vt:variant>
      <vt:variant>
        <vt:lpstr>Theme</vt:lpstr>
      </vt:variant>
      <vt:variant>
        <vt:i4>2</vt:i4>
      </vt:variant>
      <vt:variant>
        <vt:lpstr>Slide Titles</vt:lpstr>
      </vt:variant>
      <vt:variant>
        <vt:i4>31</vt:i4>
      </vt:variant>
    </vt:vector>
  </HeadingPairs>
  <TitlesOfParts>
    <vt:vector size="37" baseType="lpstr">
      <vt:lpstr>Open Sans</vt:lpstr>
      <vt:lpstr>Arial</vt:lpstr>
      <vt:lpstr>Proxima Nova Black</vt:lpstr>
      <vt:lpstr>Calibri</vt:lpstr>
      <vt:lpstr>DARK THEME</vt:lpstr>
      <vt:lpstr>LIGHT-THEME</vt:lpstr>
      <vt:lpstr> Site Layout   Best practices   Cross browser’s implementation</vt:lpstr>
      <vt:lpstr>What is  Site Layout</vt:lpstr>
      <vt:lpstr>PowerPoint Presentation</vt:lpstr>
      <vt:lpstr>Types of site layout</vt:lpstr>
      <vt:lpstr>PowerPoint Presentation</vt:lpstr>
      <vt:lpstr>PowerPoint Presentation</vt:lpstr>
      <vt:lpstr>PowerPoint Presentation</vt:lpstr>
      <vt:lpstr>PowerPoint Presentation</vt:lpstr>
      <vt:lpstr>PowerPoint Presentation</vt:lpstr>
      <vt:lpstr>PowerPoint Presentation</vt:lpstr>
      <vt:lpstr>Best practices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Cross-Browser Compatibility</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QUESTIONS ?</vt:lpstr>
      <vt:lpstr>USED MATERIALS</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Liubov Koliasa</dc:creator>
  <cp:lastModifiedBy>Vitaliy Tkachuk</cp:lastModifiedBy>
  <cp:revision>85</cp:revision>
  <dcterms:created xsi:type="dcterms:W3CDTF">2018-12-11T16:43:22Z</dcterms:created>
  <dcterms:modified xsi:type="dcterms:W3CDTF">2019-04-04T08:01:53Z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0x0101004195FC54A15F344D83577B1CDDD67A5D</vt:lpwstr>
  </property>
</Properties>
</file>